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Relationships xmlns="http://schemas.openxmlformats.org/package/2006/relationships"><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5" Type="http://schemas.openxmlformats.org/officeDocument/2006/relationships/custom-properties" Target="docProps/custom.xml" /><Relationship Id="rId4" Type="http://schemas.openxmlformats.org/officeDocument/2006/relationships/extended-properties" Target="docProps/app.xml" /><Relationship Id="rId6" Type="http://schemas.microsoft.com/office/2020/02/relationships/classificationlabels" Target="docMetadata/LabelInfo.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 id="2147483672" r:id="rId5"/>
    <p:sldMasterId id="2147483684" r:id="rId6"/>
  </p:sldMasterIdLst>
  <p:notesMasterIdLst>
    <p:notesMasterId r:id="rId15"/>
  </p:notesMasterIdLst>
  <p:sldIdLst>
    <p:sldId id="257" r:id="rId7"/>
    <p:sldId id="259" r:id="rId8"/>
    <p:sldId id="315" r:id="rId9"/>
    <p:sldId id="319" r:id="rId10"/>
    <p:sldId id="336" r:id="rId11"/>
    <p:sldId id="330" r:id="rId12"/>
    <p:sldId id="328" r:id="rId13"/>
    <p:sldId id="329"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4" autoAdjust="0"/>
    <p:restoredTop sz="85068" autoAdjust="0"/>
  </p:normalViewPr>
  <p:slideViewPr>
    <p:cSldViewPr snapToGrid="0">
      <p:cViewPr varScale="1">
        <p:scale>
          <a:sx n="82" d="100"/>
          <a:sy n="82" d="100"/>
        </p:scale>
        <p:origin x="474" y="42"/>
      </p:cViewPr>
      <p:guideLst/>
    </p:cSldViewPr>
  </p:slideViewPr>
  <p:notesTextViewPr>
    <p:cViewPr>
      <p:scale>
        <a:sx n="1" d="1"/>
        <a:sy n="1" d="1"/>
      </p:scale>
      <p:origin x="0" y="0"/>
    </p:cViewPr>
  </p:notesTextViewPr>
  <p:sorterViewPr>
    <p:cViewPr varScale="1">
      <p:scale>
        <a:sx n="1" d="1"/>
        <a:sy n="1" d="1"/>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2.xml"/><Relationship Id="rId13" Type="http://schemas.openxmlformats.org/officeDocument/2006/relationships/slide" Target="slides/slide7.xml"/><Relationship Id="rId18"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5.xml"/><Relationship Id="rId5" Type="http://schemas.openxmlformats.org/officeDocument/2006/relationships/slideMaster" Target="slideMasters/slideMaster2.xml"/><Relationship Id="rId15" Type="http://schemas.openxmlformats.org/officeDocument/2006/relationships/notesMaster" Target="notesMasters/notesMaster1.xml"/><Relationship Id="rId10" Type="http://schemas.openxmlformats.org/officeDocument/2006/relationships/slide" Target="slides/slide4.xml"/><Relationship Id="rId19"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elen Ison" userId="b983573a-0cf9-48f6-89e3-da26c4a59f46" providerId="ADAL" clId="{CEC908C4-D1C9-46EE-9FFC-C9EF66C519EF}"/>
    <pc:docChg chg="custSel addSld delSld modSld sldOrd">
      <pc:chgData name="Helen Ison" userId="b983573a-0cf9-48f6-89e3-da26c4a59f46" providerId="ADAL" clId="{CEC908C4-D1C9-46EE-9FFC-C9EF66C519EF}" dt="2025-10-22T00:20:49.732" v="298" actId="14100"/>
      <pc:docMkLst>
        <pc:docMk/>
      </pc:docMkLst>
      <pc:sldChg chg="modSp add del mod setBg">
        <pc:chgData name="Helen Ison" userId="b983573a-0cf9-48f6-89e3-da26c4a59f46" providerId="ADAL" clId="{CEC908C4-D1C9-46EE-9FFC-C9EF66C519EF}" dt="2025-10-16T04:46:48.814" v="68" actId="20577"/>
        <pc:sldMkLst>
          <pc:docMk/>
          <pc:sldMk cId="1995505863" sldId="259"/>
        </pc:sldMkLst>
        <pc:spChg chg="mod">
          <ac:chgData name="Helen Ison" userId="b983573a-0cf9-48f6-89e3-da26c4a59f46" providerId="ADAL" clId="{CEC908C4-D1C9-46EE-9FFC-C9EF66C519EF}" dt="2025-10-16T04:46:48.814" v="68" actId="20577"/>
          <ac:spMkLst>
            <pc:docMk/>
            <pc:sldMk cId="1995505863" sldId="259"/>
            <ac:spMk id="3" creationId="{91F79CC3-8213-F2C7-5094-828FFF509C8C}"/>
          </ac:spMkLst>
        </pc:spChg>
      </pc:sldChg>
      <pc:sldChg chg="modSp mod">
        <pc:chgData name="Helen Ison" userId="b983573a-0cf9-48f6-89e3-da26c4a59f46" providerId="ADAL" clId="{CEC908C4-D1C9-46EE-9FFC-C9EF66C519EF}" dt="2025-10-16T04:51:32.533" v="228" actId="1076"/>
        <pc:sldMkLst>
          <pc:docMk/>
          <pc:sldMk cId="1677704828" sldId="315"/>
        </pc:sldMkLst>
        <pc:spChg chg="mod">
          <ac:chgData name="Helen Ison" userId="b983573a-0cf9-48f6-89e3-da26c4a59f46" providerId="ADAL" clId="{CEC908C4-D1C9-46EE-9FFC-C9EF66C519EF}" dt="2025-10-16T04:51:32.533" v="228" actId="1076"/>
          <ac:spMkLst>
            <pc:docMk/>
            <pc:sldMk cId="1677704828" sldId="315"/>
            <ac:spMk id="6" creationId="{00000000-0000-0000-0000-000000000000}"/>
          </ac:spMkLst>
        </pc:spChg>
      </pc:sldChg>
      <pc:sldChg chg="modSp mod">
        <pc:chgData name="Helen Ison" userId="b983573a-0cf9-48f6-89e3-da26c4a59f46" providerId="ADAL" clId="{CEC908C4-D1C9-46EE-9FFC-C9EF66C519EF}" dt="2025-10-16T04:51:17.020" v="219" actId="207"/>
        <pc:sldMkLst>
          <pc:docMk/>
          <pc:sldMk cId="3549200560" sldId="319"/>
        </pc:sldMkLst>
        <pc:spChg chg="mod">
          <ac:chgData name="Helen Ison" userId="b983573a-0cf9-48f6-89e3-da26c4a59f46" providerId="ADAL" clId="{CEC908C4-D1C9-46EE-9FFC-C9EF66C519EF}" dt="2025-10-16T04:51:17.020" v="219" actId="207"/>
          <ac:spMkLst>
            <pc:docMk/>
            <pc:sldMk cId="3549200560" sldId="319"/>
            <ac:spMk id="5" creationId="{00000000-0000-0000-0000-000000000000}"/>
          </ac:spMkLst>
        </pc:spChg>
      </pc:sldChg>
      <pc:sldChg chg="modSp mod">
        <pc:chgData name="Helen Ison" userId="b983573a-0cf9-48f6-89e3-da26c4a59f46" providerId="ADAL" clId="{CEC908C4-D1C9-46EE-9FFC-C9EF66C519EF}" dt="2025-10-22T00:20:49.732" v="298" actId="14100"/>
        <pc:sldMkLst>
          <pc:docMk/>
          <pc:sldMk cId="2722602216" sldId="328"/>
        </pc:sldMkLst>
        <pc:spChg chg="mod">
          <ac:chgData name="Helen Ison" userId="b983573a-0cf9-48f6-89e3-da26c4a59f46" providerId="ADAL" clId="{CEC908C4-D1C9-46EE-9FFC-C9EF66C519EF}" dt="2025-10-22T00:20:49.732" v="298" actId="14100"/>
          <ac:spMkLst>
            <pc:docMk/>
            <pc:sldMk cId="2722602216" sldId="328"/>
            <ac:spMk id="5" creationId="{00000000-0000-0000-0000-000000000000}"/>
          </ac:spMkLst>
        </pc:spChg>
      </pc:sldChg>
      <pc:sldChg chg="modSp mod">
        <pc:chgData name="Helen Ison" userId="b983573a-0cf9-48f6-89e3-da26c4a59f46" providerId="ADAL" clId="{CEC908C4-D1C9-46EE-9FFC-C9EF66C519EF}" dt="2025-10-16T04:54:26.528" v="293" actId="20577"/>
        <pc:sldMkLst>
          <pc:docMk/>
          <pc:sldMk cId="1995977235" sldId="329"/>
        </pc:sldMkLst>
        <pc:spChg chg="mod">
          <ac:chgData name="Helen Ison" userId="b983573a-0cf9-48f6-89e3-da26c4a59f46" providerId="ADAL" clId="{CEC908C4-D1C9-46EE-9FFC-C9EF66C519EF}" dt="2025-10-16T04:54:26.528" v="293" actId="20577"/>
          <ac:spMkLst>
            <pc:docMk/>
            <pc:sldMk cId="1995977235" sldId="329"/>
            <ac:spMk id="5" creationId="{00000000-0000-0000-0000-000000000000}"/>
          </ac:spMkLst>
        </pc:spChg>
      </pc:sldChg>
      <pc:sldChg chg="modSp mod ord">
        <pc:chgData name="Helen Ison" userId="b983573a-0cf9-48f6-89e3-da26c4a59f46" providerId="ADAL" clId="{CEC908C4-D1C9-46EE-9FFC-C9EF66C519EF}" dt="2025-10-22T00:20:27.517" v="296" actId="33524"/>
        <pc:sldMkLst>
          <pc:docMk/>
          <pc:sldMk cId="1735753277" sldId="330"/>
        </pc:sldMkLst>
        <pc:spChg chg="mod">
          <ac:chgData name="Helen Ison" userId="b983573a-0cf9-48f6-89e3-da26c4a59f46" providerId="ADAL" clId="{CEC908C4-D1C9-46EE-9FFC-C9EF66C519EF}" dt="2025-10-22T00:20:27.517" v="296" actId="33524"/>
          <ac:spMkLst>
            <pc:docMk/>
            <pc:sldMk cId="1735753277" sldId="330"/>
            <ac:spMk id="7" creationId="{00000000-0000-0000-0000-000000000000}"/>
          </ac:spMkLst>
        </pc:spChg>
      </pc:sldChg>
      <pc:sldChg chg="modSp add mod setBg">
        <pc:chgData name="Helen Ison" userId="b983573a-0cf9-48f6-89e3-da26c4a59f46" providerId="ADAL" clId="{CEC908C4-D1C9-46EE-9FFC-C9EF66C519EF}" dt="2025-10-16T04:52:00.870" v="259" actId="20577"/>
        <pc:sldMkLst>
          <pc:docMk/>
          <pc:sldMk cId="3542289390" sldId="336"/>
        </pc:sldMkLst>
        <pc:spChg chg="mod">
          <ac:chgData name="Helen Ison" userId="b983573a-0cf9-48f6-89e3-da26c4a59f46" providerId="ADAL" clId="{CEC908C4-D1C9-46EE-9FFC-C9EF66C519EF}" dt="2025-10-16T04:52:00.870" v="259" actId="20577"/>
          <ac:spMkLst>
            <pc:docMk/>
            <pc:sldMk cId="3542289390" sldId="336"/>
            <ac:spMk id="6" creationId="{EE3C07E4-F40A-9F95-6902-0912B1120B87}"/>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84BE07A-9D97-4614-9D85-BAFC0F80F10E}" type="datetimeFigureOut">
              <a:rPr lang="en-AU" smtClean="0"/>
              <a:t>26/10/2025</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539361B-47BF-4625-A2C2-E9F81B46D426}" type="slidenum">
              <a:rPr lang="en-AU" smtClean="0"/>
              <a:t>‹#›</a:t>
            </a:fld>
            <a:endParaRPr lang="en-AU"/>
          </a:p>
        </p:txBody>
      </p:sp>
    </p:spTree>
    <p:extLst>
      <p:ext uri="{BB962C8B-B14F-4D97-AF65-F5344CB8AC3E}">
        <p14:creationId xmlns:p14="http://schemas.microsoft.com/office/powerpoint/2010/main" val="20612864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Pre-test – Ed Perfect</a:t>
            </a:r>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4028790-E8ED-44C1-A9BE-5595E6D829A6}" type="slidenum">
              <a:rPr kumimoji="0" lang="en-AU"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a:t>
            </a:fld>
            <a:endParaRPr kumimoji="0" lang="en-AU"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8187299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10"/>
          </p:nvPr>
        </p:nvSpPr>
        <p:spPr/>
        <p:txBody>
          <a:bodyPr/>
          <a:lstStyle/>
          <a:p>
            <a:fld id="{C539361B-47BF-4625-A2C2-E9F81B46D426}" type="slidenum">
              <a:rPr lang="en-AU" smtClean="0"/>
              <a:t>3</a:t>
            </a:fld>
            <a:endParaRPr lang="en-AU"/>
          </a:p>
        </p:txBody>
      </p:sp>
    </p:spTree>
    <p:extLst>
      <p:ext uri="{BB962C8B-B14F-4D97-AF65-F5344CB8AC3E}">
        <p14:creationId xmlns:p14="http://schemas.microsoft.com/office/powerpoint/2010/main" val="178442036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baseline="0" dirty="0"/>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C0684EF2-900A-4DC6-A5C1-77D2D87CD864}" type="slidenum">
              <a:rPr kumimoji="0" lang="en-AU"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a:t>
            </a:fld>
            <a:endParaRPr kumimoji="0" lang="en-AU"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080022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D90324-E3C6-966C-F583-A51F6928D6E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0AC9F4D-19BA-D193-9714-94442C34D65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8D5045E-FB21-82C7-7CFC-003808472FE0}"/>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954F92E9-BAFB-4031-0335-F9ACB3ACD2FD}"/>
              </a:ext>
            </a:extLst>
          </p:cNvPr>
          <p:cNvSpPr>
            <a:spLocks noGrp="1"/>
          </p:cNvSpPr>
          <p:nvPr>
            <p:ph type="sldNum" sz="quarter" idx="10"/>
          </p:nvPr>
        </p:nvSpPr>
        <p:spPr/>
        <p:txBody>
          <a:bodyPr/>
          <a:lstStyle/>
          <a:p>
            <a:fld id="{C539361B-47BF-4625-A2C2-E9F81B46D426}" type="slidenum">
              <a:rPr lang="en-AU" smtClean="0"/>
              <a:t>5</a:t>
            </a:fld>
            <a:endParaRPr lang="en-AU"/>
          </a:p>
        </p:txBody>
      </p:sp>
    </p:spTree>
    <p:extLst>
      <p:ext uri="{BB962C8B-B14F-4D97-AF65-F5344CB8AC3E}">
        <p14:creationId xmlns:p14="http://schemas.microsoft.com/office/powerpoint/2010/main" val="406073755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baseline="0" dirty="0"/>
              <a:t>Get students to discuss as a class what relevant theoretical concepts were being investigated, how this research tested this and whether the results supported the theory.</a:t>
            </a:r>
          </a:p>
          <a:p>
            <a:endParaRPr lang="en-AU" baseline="0" dirty="0"/>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C0684EF2-900A-4DC6-A5C1-77D2D87CD864}" type="slidenum">
              <a:rPr kumimoji="0" lang="en-AU"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6</a:t>
            </a:fld>
            <a:endParaRPr kumimoji="0" lang="en-AU"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7139116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baseline="0" dirty="0"/>
              <a:t>Separate class in half. Ensure that during the retrieval phase students cannot see each piece of paper.</a:t>
            </a:r>
          </a:p>
          <a:p>
            <a:r>
              <a:rPr lang="en-AU" baseline="0" dirty="0"/>
              <a:t>One group will have the retrieval cue on the back and the others just a blank sheet</a:t>
            </a:r>
          </a:p>
          <a:p>
            <a:pPr marL="0" marR="0" lvl="0" indent="0" algn="l" defTabSz="914400" rtl="0" eaLnBrk="1" fontAlgn="auto" latinLnBrk="0" hangingPunct="1">
              <a:lnSpc>
                <a:spcPct val="100000"/>
              </a:lnSpc>
              <a:spcBef>
                <a:spcPts val="0"/>
              </a:spcBef>
              <a:spcAft>
                <a:spcPts val="0"/>
              </a:spcAft>
              <a:buClrTx/>
              <a:buSzTx/>
              <a:buFontTx/>
              <a:buNone/>
              <a:tabLst/>
              <a:defRPr/>
            </a:pPr>
            <a:r>
              <a:rPr lang="en-AU" baseline="0" dirty="0"/>
              <a:t>Don’t allow students to write on the paper etc.</a:t>
            </a:r>
          </a:p>
          <a:p>
            <a:endParaRPr lang="en-AU" baseline="0" dirty="0"/>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C0684EF2-900A-4DC6-A5C1-77D2D87CD864}" type="slidenum">
              <a:rPr kumimoji="0" lang="en-AU"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7</a:t>
            </a:fld>
            <a:endParaRPr kumimoji="0" lang="en-AU"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5265560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baseline="0" dirty="0"/>
              <a:t>At this point reveal to students that some of them will have had cued recall whilst the others did not and get them to enter their results into the corresponding columns in the google sheet.</a:t>
            </a:r>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C0684EF2-900A-4DC6-A5C1-77D2D87CD864}" type="slidenum">
              <a:rPr kumimoji="0" lang="en-AU"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8</a:t>
            </a:fld>
            <a:endParaRPr kumimoji="0" lang="en-AU"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40384895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3.xml"/><Relationship Id="rId5" Type="http://schemas.openxmlformats.org/officeDocument/2006/relationships/image" Target="../media/image1.png"/><Relationship Id="rId4" Type="http://schemas.openxmlformats.org/officeDocument/2006/relationships/image" Target="../media/image8.png"/></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accent1"/>
        </a:solidFill>
        <a:effectLst/>
      </p:bgPr>
    </p:bg>
    <p:spTree>
      <p:nvGrpSpPr>
        <p:cNvPr id="1" name=""/>
        <p:cNvGrpSpPr/>
        <p:nvPr/>
      </p:nvGrpSpPr>
      <p:grpSpPr>
        <a:xfrm>
          <a:off x="0" y="0"/>
          <a:ext cx="0" cy="0"/>
          <a:chOff x="0" y="0"/>
          <a:chExt cx="0" cy="0"/>
        </a:xfrm>
      </p:grpSpPr>
      <p:sp>
        <p:nvSpPr>
          <p:cNvPr id="12" name="Freeform 6" title="Page Number Shape"/>
          <p:cNvSpPr/>
          <p:nvPr/>
        </p:nvSpPr>
        <p:spPr bwMode="auto">
          <a:xfrm>
            <a:off x="11784011" y="1189204"/>
            <a:ext cx="407988" cy="819150"/>
          </a:xfrm>
          <a:custGeom>
            <a:avLst/>
            <a:gdLst/>
            <a:ahLst/>
            <a:cxnLst/>
            <a:rect l="0" t="0" r="r" b="b"/>
            <a:pathLst>
              <a:path w="1799" h="3612">
                <a:moveTo>
                  <a:pt x="1799" y="0"/>
                </a:moveTo>
                <a:lnTo>
                  <a:pt x="1799" y="3612"/>
                </a:lnTo>
                <a:lnTo>
                  <a:pt x="1686" y="3609"/>
                </a:lnTo>
                <a:lnTo>
                  <a:pt x="1574" y="3598"/>
                </a:lnTo>
                <a:lnTo>
                  <a:pt x="1464" y="3581"/>
                </a:lnTo>
                <a:lnTo>
                  <a:pt x="1357" y="3557"/>
                </a:lnTo>
                <a:lnTo>
                  <a:pt x="1251" y="3527"/>
                </a:lnTo>
                <a:lnTo>
                  <a:pt x="1150" y="3490"/>
                </a:lnTo>
                <a:lnTo>
                  <a:pt x="1050" y="3448"/>
                </a:lnTo>
                <a:lnTo>
                  <a:pt x="953" y="3401"/>
                </a:lnTo>
                <a:lnTo>
                  <a:pt x="860" y="3347"/>
                </a:lnTo>
                <a:lnTo>
                  <a:pt x="771" y="3289"/>
                </a:lnTo>
                <a:lnTo>
                  <a:pt x="686" y="3224"/>
                </a:lnTo>
                <a:lnTo>
                  <a:pt x="604" y="3156"/>
                </a:lnTo>
                <a:lnTo>
                  <a:pt x="527" y="3083"/>
                </a:lnTo>
                <a:lnTo>
                  <a:pt x="454" y="3005"/>
                </a:lnTo>
                <a:lnTo>
                  <a:pt x="386" y="2923"/>
                </a:lnTo>
                <a:lnTo>
                  <a:pt x="323" y="2838"/>
                </a:lnTo>
                <a:lnTo>
                  <a:pt x="265" y="2748"/>
                </a:lnTo>
                <a:lnTo>
                  <a:pt x="211" y="2655"/>
                </a:lnTo>
                <a:lnTo>
                  <a:pt x="163" y="2559"/>
                </a:lnTo>
                <a:lnTo>
                  <a:pt x="121" y="2459"/>
                </a:lnTo>
                <a:lnTo>
                  <a:pt x="85" y="2356"/>
                </a:lnTo>
                <a:lnTo>
                  <a:pt x="55" y="2251"/>
                </a:lnTo>
                <a:lnTo>
                  <a:pt x="32" y="2143"/>
                </a:lnTo>
                <a:lnTo>
                  <a:pt x="14" y="2033"/>
                </a:lnTo>
                <a:lnTo>
                  <a:pt x="4" y="1920"/>
                </a:lnTo>
                <a:lnTo>
                  <a:pt x="0" y="1806"/>
                </a:lnTo>
                <a:lnTo>
                  <a:pt x="4" y="1692"/>
                </a:lnTo>
                <a:lnTo>
                  <a:pt x="14" y="1580"/>
                </a:lnTo>
                <a:lnTo>
                  <a:pt x="32" y="1469"/>
                </a:lnTo>
                <a:lnTo>
                  <a:pt x="55" y="1362"/>
                </a:lnTo>
                <a:lnTo>
                  <a:pt x="85" y="1256"/>
                </a:lnTo>
                <a:lnTo>
                  <a:pt x="121" y="1154"/>
                </a:lnTo>
                <a:lnTo>
                  <a:pt x="163" y="1054"/>
                </a:lnTo>
                <a:lnTo>
                  <a:pt x="211" y="958"/>
                </a:lnTo>
                <a:lnTo>
                  <a:pt x="265" y="864"/>
                </a:lnTo>
                <a:lnTo>
                  <a:pt x="323" y="774"/>
                </a:lnTo>
                <a:lnTo>
                  <a:pt x="386" y="689"/>
                </a:lnTo>
                <a:lnTo>
                  <a:pt x="454" y="607"/>
                </a:lnTo>
                <a:lnTo>
                  <a:pt x="527" y="529"/>
                </a:lnTo>
                <a:lnTo>
                  <a:pt x="604" y="456"/>
                </a:lnTo>
                <a:lnTo>
                  <a:pt x="686" y="388"/>
                </a:lnTo>
                <a:lnTo>
                  <a:pt x="771" y="325"/>
                </a:lnTo>
                <a:lnTo>
                  <a:pt x="860" y="266"/>
                </a:lnTo>
                <a:lnTo>
                  <a:pt x="953" y="212"/>
                </a:lnTo>
                <a:lnTo>
                  <a:pt x="1050" y="164"/>
                </a:lnTo>
                <a:lnTo>
                  <a:pt x="1150" y="122"/>
                </a:lnTo>
                <a:lnTo>
                  <a:pt x="1251" y="85"/>
                </a:lnTo>
                <a:lnTo>
                  <a:pt x="1357" y="55"/>
                </a:lnTo>
                <a:lnTo>
                  <a:pt x="1464" y="32"/>
                </a:lnTo>
                <a:lnTo>
                  <a:pt x="1574" y="14"/>
                </a:lnTo>
                <a:lnTo>
                  <a:pt x="1686" y="5"/>
                </a:lnTo>
                <a:lnTo>
                  <a:pt x="1799" y="0"/>
                </a:lnTo>
                <a:close/>
              </a:path>
            </a:pathLst>
          </a:custGeom>
          <a:solidFill>
            <a:schemeClr val="tx2"/>
          </a:solidFill>
          <a:ln w="0">
            <a:noFill/>
            <a:prstDash val="solid"/>
            <a:round/>
            <a:headEnd/>
            <a:tailEnd/>
          </a:ln>
        </p:spPr>
        <p:txBody>
          <a:bodyPr/>
          <a:lstStyle/>
          <a:p>
            <a:endParaRPr lang="en-AU"/>
          </a:p>
        </p:txBody>
      </p:sp>
      <p:sp>
        <p:nvSpPr>
          <p:cNvPr id="2" name="Title 1"/>
          <p:cNvSpPr>
            <a:spLocks noGrp="1"/>
          </p:cNvSpPr>
          <p:nvPr>
            <p:ph type="ctrTitle"/>
          </p:nvPr>
        </p:nvSpPr>
        <p:spPr>
          <a:xfrm>
            <a:off x="1088913" y="1143293"/>
            <a:ext cx="7034362" cy="4268965"/>
          </a:xfrm>
        </p:spPr>
        <p:txBody>
          <a:bodyPr anchor="t">
            <a:normAutofit/>
          </a:bodyPr>
          <a:lstStyle>
            <a:lvl1pPr algn="l">
              <a:lnSpc>
                <a:spcPct val="85000"/>
              </a:lnSpc>
              <a:defRPr sz="7700" cap="all" baseline="0">
                <a:solidFill>
                  <a:schemeClr val="tx2"/>
                </a:solidFill>
              </a:defRPr>
            </a:lvl1pPr>
          </a:lstStyle>
          <a:p>
            <a:r>
              <a:rPr lang="en-US"/>
              <a:t>Click to edit Master title style</a:t>
            </a:r>
            <a:endParaRPr lang="en-US" dirty="0"/>
          </a:p>
        </p:txBody>
      </p:sp>
      <p:sp>
        <p:nvSpPr>
          <p:cNvPr id="3" name="Subtitle 2"/>
          <p:cNvSpPr>
            <a:spLocks noGrp="1"/>
          </p:cNvSpPr>
          <p:nvPr>
            <p:ph type="subTitle" idx="1"/>
          </p:nvPr>
        </p:nvSpPr>
        <p:spPr>
          <a:xfrm>
            <a:off x="1088914" y="5537925"/>
            <a:ext cx="7034362" cy="706355"/>
          </a:xfrm>
        </p:spPr>
        <p:txBody>
          <a:bodyPr>
            <a:normAutofit/>
          </a:bodyPr>
          <a:lstStyle>
            <a:lvl1pPr marL="0" indent="0" algn="l">
              <a:lnSpc>
                <a:spcPct val="114000"/>
              </a:lnSpc>
              <a:spcBef>
                <a:spcPts val="0"/>
              </a:spcBef>
              <a:buNone/>
              <a:defRPr sz="2000" b="0" i="1"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1088913" y="6314440"/>
            <a:ext cx="1596622" cy="365125"/>
          </a:xfrm>
        </p:spPr>
        <p:txBody>
          <a:bodyPr/>
          <a:lstStyle>
            <a:lvl1pPr algn="l">
              <a:defRPr sz="1200">
                <a:solidFill>
                  <a:schemeClr val="tx2"/>
                </a:solidFill>
              </a:defRPr>
            </a:lvl1pPr>
          </a:lstStyle>
          <a:p>
            <a:fld id="{897705DE-9461-4346-9D5D-B989155D24CE}" type="datetimeFigureOut">
              <a:rPr lang="en-AU" smtClean="0"/>
              <a:t>26/10/2025</a:t>
            </a:fld>
            <a:endParaRPr lang="en-AU"/>
          </a:p>
        </p:txBody>
      </p:sp>
      <p:sp>
        <p:nvSpPr>
          <p:cNvPr id="5" name="Footer Placeholder 4"/>
          <p:cNvSpPr>
            <a:spLocks noGrp="1"/>
          </p:cNvSpPr>
          <p:nvPr>
            <p:ph type="ftr" sz="quarter" idx="11"/>
          </p:nvPr>
        </p:nvSpPr>
        <p:spPr>
          <a:xfrm>
            <a:off x="3000591" y="6314440"/>
            <a:ext cx="5122683" cy="365125"/>
          </a:xfrm>
        </p:spPr>
        <p:txBody>
          <a:bodyPr/>
          <a:lstStyle>
            <a:lvl1pPr algn="l">
              <a:defRPr b="0">
                <a:solidFill>
                  <a:schemeClr val="tx2"/>
                </a:solidFill>
              </a:defRPr>
            </a:lvl1pPr>
          </a:lstStyle>
          <a:p>
            <a:endParaRPr lang="en-AU"/>
          </a:p>
        </p:txBody>
      </p:sp>
      <p:sp>
        <p:nvSpPr>
          <p:cNvPr id="6" name="Slide Number Placeholder 5"/>
          <p:cNvSpPr>
            <a:spLocks noGrp="1"/>
          </p:cNvSpPr>
          <p:nvPr>
            <p:ph type="sldNum" sz="quarter" idx="12"/>
          </p:nvPr>
        </p:nvSpPr>
        <p:spPr>
          <a:xfrm>
            <a:off x="11784011" y="1416216"/>
            <a:ext cx="407988" cy="365125"/>
          </a:xfrm>
        </p:spPr>
        <p:txBody>
          <a:bodyPr/>
          <a:lstStyle>
            <a:lvl1pPr algn="r">
              <a:defRPr>
                <a:solidFill>
                  <a:schemeClr val="accent1"/>
                </a:solidFill>
              </a:defRPr>
            </a:lvl1pPr>
          </a:lstStyle>
          <a:p>
            <a:fld id="{A6177A87-3B7D-44CC-8271-C4C65D11800F}" type="slidenum">
              <a:rPr lang="en-AU" smtClean="0"/>
              <a:t>‹#›</a:t>
            </a:fld>
            <a:endParaRPr lang="en-AU"/>
          </a:p>
        </p:txBody>
      </p:sp>
      <p:cxnSp>
        <p:nvCxnSpPr>
          <p:cNvPr id="9" name="Straight Connector 8" title="Verticle Rule Line"/>
          <p:cNvCxnSpPr/>
          <p:nvPr/>
        </p:nvCxnSpPr>
        <p:spPr>
          <a:xfrm>
            <a:off x="773855" y="1257300"/>
            <a:ext cx="0" cy="5600700"/>
          </a:xfrm>
          <a:prstGeom prst="line">
            <a:avLst/>
          </a:prstGeom>
          <a:ln w="2540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26990347"/>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792">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97705DE-9461-4346-9D5D-B989155D24CE}" type="datetimeFigureOut">
              <a:rPr lang="en-AU" smtClean="0"/>
              <a:t>26/10/2025</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A6177A87-3B7D-44CC-8271-C4C65D11800F}" type="slidenum">
              <a:rPr lang="en-AU" smtClean="0"/>
              <a:t>‹#›</a:t>
            </a:fld>
            <a:endParaRPr lang="en-AU"/>
          </a:p>
        </p:txBody>
      </p:sp>
    </p:spTree>
    <p:extLst>
      <p:ext uri="{BB962C8B-B14F-4D97-AF65-F5344CB8AC3E}">
        <p14:creationId xmlns:p14="http://schemas.microsoft.com/office/powerpoint/2010/main" val="11275295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2"/>
        </a:solidFill>
        <a:effectLst/>
      </p:bgPr>
    </p:bg>
    <p:spTree>
      <p:nvGrpSpPr>
        <p:cNvPr id="1" name=""/>
        <p:cNvGrpSpPr/>
        <p:nvPr/>
      </p:nvGrpSpPr>
      <p:grpSpPr>
        <a:xfrm>
          <a:off x="0" y="0"/>
          <a:ext cx="0" cy="0"/>
          <a:chOff x="0" y="0"/>
          <a:chExt cx="0" cy="0"/>
        </a:xfrm>
      </p:grpSpPr>
      <p:sp>
        <p:nvSpPr>
          <p:cNvPr id="7" name="Freeform 6" title="Page Number Shape"/>
          <p:cNvSpPr/>
          <p:nvPr/>
        </p:nvSpPr>
        <p:spPr bwMode="auto">
          <a:xfrm>
            <a:off x="11784011" y="1393748"/>
            <a:ext cx="407988" cy="819150"/>
          </a:xfrm>
          <a:custGeom>
            <a:avLst/>
            <a:gdLst/>
            <a:ahLst/>
            <a:cxnLst/>
            <a:rect l="0" t="0" r="r" b="b"/>
            <a:pathLst>
              <a:path w="1799" h="3612">
                <a:moveTo>
                  <a:pt x="1799" y="0"/>
                </a:moveTo>
                <a:lnTo>
                  <a:pt x="1799" y="3612"/>
                </a:lnTo>
                <a:lnTo>
                  <a:pt x="1686" y="3609"/>
                </a:lnTo>
                <a:lnTo>
                  <a:pt x="1574" y="3598"/>
                </a:lnTo>
                <a:lnTo>
                  <a:pt x="1464" y="3581"/>
                </a:lnTo>
                <a:lnTo>
                  <a:pt x="1357" y="3557"/>
                </a:lnTo>
                <a:lnTo>
                  <a:pt x="1251" y="3527"/>
                </a:lnTo>
                <a:lnTo>
                  <a:pt x="1150" y="3490"/>
                </a:lnTo>
                <a:lnTo>
                  <a:pt x="1050" y="3448"/>
                </a:lnTo>
                <a:lnTo>
                  <a:pt x="953" y="3401"/>
                </a:lnTo>
                <a:lnTo>
                  <a:pt x="860" y="3347"/>
                </a:lnTo>
                <a:lnTo>
                  <a:pt x="771" y="3289"/>
                </a:lnTo>
                <a:lnTo>
                  <a:pt x="686" y="3224"/>
                </a:lnTo>
                <a:lnTo>
                  <a:pt x="604" y="3156"/>
                </a:lnTo>
                <a:lnTo>
                  <a:pt x="527" y="3083"/>
                </a:lnTo>
                <a:lnTo>
                  <a:pt x="454" y="3005"/>
                </a:lnTo>
                <a:lnTo>
                  <a:pt x="386" y="2923"/>
                </a:lnTo>
                <a:lnTo>
                  <a:pt x="323" y="2838"/>
                </a:lnTo>
                <a:lnTo>
                  <a:pt x="265" y="2748"/>
                </a:lnTo>
                <a:lnTo>
                  <a:pt x="211" y="2655"/>
                </a:lnTo>
                <a:lnTo>
                  <a:pt x="163" y="2559"/>
                </a:lnTo>
                <a:lnTo>
                  <a:pt x="121" y="2459"/>
                </a:lnTo>
                <a:lnTo>
                  <a:pt x="85" y="2356"/>
                </a:lnTo>
                <a:lnTo>
                  <a:pt x="55" y="2251"/>
                </a:lnTo>
                <a:lnTo>
                  <a:pt x="32" y="2143"/>
                </a:lnTo>
                <a:lnTo>
                  <a:pt x="14" y="2033"/>
                </a:lnTo>
                <a:lnTo>
                  <a:pt x="4" y="1920"/>
                </a:lnTo>
                <a:lnTo>
                  <a:pt x="0" y="1806"/>
                </a:lnTo>
                <a:lnTo>
                  <a:pt x="4" y="1692"/>
                </a:lnTo>
                <a:lnTo>
                  <a:pt x="14" y="1580"/>
                </a:lnTo>
                <a:lnTo>
                  <a:pt x="32" y="1469"/>
                </a:lnTo>
                <a:lnTo>
                  <a:pt x="55" y="1362"/>
                </a:lnTo>
                <a:lnTo>
                  <a:pt x="85" y="1256"/>
                </a:lnTo>
                <a:lnTo>
                  <a:pt x="121" y="1154"/>
                </a:lnTo>
                <a:lnTo>
                  <a:pt x="163" y="1054"/>
                </a:lnTo>
                <a:lnTo>
                  <a:pt x="211" y="958"/>
                </a:lnTo>
                <a:lnTo>
                  <a:pt x="265" y="864"/>
                </a:lnTo>
                <a:lnTo>
                  <a:pt x="323" y="774"/>
                </a:lnTo>
                <a:lnTo>
                  <a:pt x="386" y="689"/>
                </a:lnTo>
                <a:lnTo>
                  <a:pt x="454" y="607"/>
                </a:lnTo>
                <a:lnTo>
                  <a:pt x="527" y="529"/>
                </a:lnTo>
                <a:lnTo>
                  <a:pt x="604" y="456"/>
                </a:lnTo>
                <a:lnTo>
                  <a:pt x="686" y="388"/>
                </a:lnTo>
                <a:lnTo>
                  <a:pt x="771" y="325"/>
                </a:lnTo>
                <a:lnTo>
                  <a:pt x="860" y="266"/>
                </a:lnTo>
                <a:lnTo>
                  <a:pt x="953" y="212"/>
                </a:lnTo>
                <a:lnTo>
                  <a:pt x="1050" y="164"/>
                </a:lnTo>
                <a:lnTo>
                  <a:pt x="1150" y="122"/>
                </a:lnTo>
                <a:lnTo>
                  <a:pt x="1251" y="85"/>
                </a:lnTo>
                <a:lnTo>
                  <a:pt x="1357" y="55"/>
                </a:lnTo>
                <a:lnTo>
                  <a:pt x="1464" y="32"/>
                </a:lnTo>
                <a:lnTo>
                  <a:pt x="1574" y="14"/>
                </a:lnTo>
                <a:lnTo>
                  <a:pt x="1686" y="5"/>
                </a:lnTo>
                <a:lnTo>
                  <a:pt x="1799" y="0"/>
                </a:lnTo>
                <a:close/>
              </a:path>
            </a:pathLst>
          </a:custGeom>
          <a:solidFill>
            <a:schemeClr val="accent1"/>
          </a:solidFill>
          <a:ln w="0">
            <a:noFill/>
            <a:prstDash val="solid"/>
            <a:round/>
            <a:headEnd/>
            <a:tailEnd/>
          </a:ln>
        </p:spPr>
        <p:txBody>
          <a:bodyPr/>
          <a:lstStyle/>
          <a:p>
            <a:endParaRPr lang="en-AU"/>
          </a:p>
        </p:txBody>
      </p:sp>
      <p:sp>
        <p:nvSpPr>
          <p:cNvPr id="2" name="Title 1"/>
          <p:cNvSpPr>
            <a:spLocks noGrp="1"/>
          </p:cNvSpPr>
          <p:nvPr>
            <p:ph type="title"/>
          </p:nvPr>
        </p:nvSpPr>
        <p:spPr>
          <a:xfrm>
            <a:off x="1947673" y="2571722"/>
            <a:ext cx="8296654" cy="3286153"/>
          </a:xfrm>
        </p:spPr>
        <p:txBody>
          <a:bodyPr anchor="t">
            <a:normAutofit/>
          </a:bodyPr>
          <a:lstStyle>
            <a:lvl1pPr>
              <a:lnSpc>
                <a:spcPct val="85000"/>
              </a:lnSpc>
              <a:defRPr sz="7700" cap="all" baseline="0">
                <a:solidFill>
                  <a:schemeClr val="accent1"/>
                </a:solidFill>
              </a:defRPr>
            </a:lvl1pPr>
          </a:lstStyle>
          <a:p>
            <a:r>
              <a:rPr lang="en-US"/>
              <a:t>Click to edit Master title style</a:t>
            </a:r>
            <a:endParaRPr lang="en-US" dirty="0"/>
          </a:p>
        </p:txBody>
      </p:sp>
      <p:sp>
        <p:nvSpPr>
          <p:cNvPr id="3" name="Text Placeholder 2"/>
          <p:cNvSpPr>
            <a:spLocks noGrp="1"/>
          </p:cNvSpPr>
          <p:nvPr>
            <p:ph type="body" idx="1"/>
          </p:nvPr>
        </p:nvSpPr>
        <p:spPr>
          <a:xfrm>
            <a:off x="1947673" y="1393748"/>
            <a:ext cx="8401429" cy="819150"/>
          </a:xfrm>
        </p:spPr>
        <p:txBody>
          <a:bodyPr anchor="ctr">
            <a:normAutofit/>
          </a:bodyPr>
          <a:lstStyle>
            <a:lvl1pPr marL="0" indent="0" algn="r">
              <a:lnSpc>
                <a:spcPct val="113000"/>
              </a:lnSpc>
              <a:spcBef>
                <a:spcPts val="0"/>
              </a:spcBef>
              <a:buNone/>
              <a:defRPr sz="2000" b="0" i="1" baseline="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a:xfrm>
            <a:off x="8742955" y="6314439"/>
            <a:ext cx="1596622" cy="365125"/>
          </a:xfrm>
        </p:spPr>
        <p:txBody>
          <a:bodyPr/>
          <a:lstStyle>
            <a:lvl1pPr>
              <a:defRPr sz="1200">
                <a:solidFill>
                  <a:schemeClr val="accent1"/>
                </a:solidFill>
              </a:defRPr>
            </a:lvl1pPr>
          </a:lstStyle>
          <a:p>
            <a:fld id="{897705DE-9461-4346-9D5D-B989155D24CE}" type="datetimeFigureOut">
              <a:rPr lang="en-AU" smtClean="0"/>
              <a:t>26/10/2025</a:t>
            </a:fld>
            <a:endParaRPr lang="en-AU"/>
          </a:p>
        </p:txBody>
      </p:sp>
      <p:sp>
        <p:nvSpPr>
          <p:cNvPr id="5" name="Footer Placeholder 4"/>
          <p:cNvSpPr>
            <a:spLocks noGrp="1"/>
          </p:cNvSpPr>
          <p:nvPr>
            <p:ph type="ftr" sz="quarter" idx="11"/>
          </p:nvPr>
        </p:nvSpPr>
        <p:spPr>
          <a:xfrm>
            <a:off x="1947673" y="6314440"/>
            <a:ext cx="6480226" cy="365125"/>
          </a:xfrm>
        </p:spPr>
        <p:txBody>
          <a:bodyPr/>
          <a:lstStyle>
            <a:lvl1pPr>
              <a:defRPr b="0">
                <a:solidFill>
                  <a:schemeClr val="accent1"/>
                </a:solidFill>
              </a:defRPr>
            </a:lvl1pPr>
          </a:lstStyle>
          <a:p>
            <a:endParaRPr lang="en-AU"/>
          </a:p>
        </p:txBody>
      </p:sp>
      <p:sp>
        <p:nvSpPr>
          <p:cNvPr id="6" name="Slide Number Placeholder 5"/>
          <p:cNvSpPr>
            <a:spLocks noGrp="1"/>
          </p:cNvSpPr>
          <p:nvPr>
            <p:ph type="sldNum" sz="quarter" idx="12"/>
          </p:nvPr>
        </p:nvSpPr>
        <p:spPr>
          <a:xfrm>
            <a:off x="11784011" y="1620760"/>
            <a:ext cx="407988" cy="365125"/>
          </a:xfrm>
        </p:spPr>
        <p:txBody>
          <a:bodyPr/>
          <a:lstStyle>
            <a:lvl1pPr>
              <a:defRPr>
                <a:solidFill>
                  <a:schemeClr val="bg2"/>
                </a:solidFill>
              </a:defRPr>
            </a:lvl1pPr>
          </a:lstStyle>
          <a:p>
            <a:fld id="{A6177A87-3B7D-44CC-8271-C4C65D11800F}" type="slidenum">
              <a:rPr lang="en-AU" smtClean="0"/>
              <a:t>‹#›</a:t>
            </a:fld>
            <a:endParaRPr lang="en-AU"/>
          </a:p>
        </p:txBody>
      </p:sp>
      <p:cxnSp>
        <p:nvCxnSpPr>
          <p:cNvPr id="10" name="Straight Connector 9" title="Horizontal Rule Line"/>
          <p:cNvCxnSpPr/>
          <p:nvPr/>
        </p:nvCxnSpPr>
        <p:spPr>
          <a:xfrm flipH="1">
            <a:off x="1" y="6178167"/>
            <a:ext cx="10244326"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2111994"/>
      </p:ext>
    </p:extLst>
  </p:cSld>
  <p:clrMapOvr>
    <a:masterClrMapping/>
  </p:clrMapOvr>
  <p:extLst>
    <p:ext uri="{DCECCB84-F9BA-43D5-87BE-67443E8EF086}">
      <p15:sldGuideLst xmlns:p15="http://schemas.microsoft.com/office/powerpoint/2012/main">
        <p15:guide id="1" pos="6456">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5181600" y="540628"/>
            <a:ext cx="6248400" cy="2488946"/>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181600" y="3712467"/>
            <a:ext cx="6248400" cy="248222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97705DE-9461-4346-9D5D-B989155D24CE}" type="datetimeFigureOut">
              <a:rPr lang="en-AU" smtClean="0"/>
              <a:t>26/10/2025</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A6177A87-3B7D-44CC-8271-C4C65D11800F}" type="slidenum">
              <a:rPr lang="en-AU" smtClean="0"/>
              <a:t>‹#›</a:t>
            </a:fld>
            <a:endParaRPr lang="en-AU"/>
          </a:p>
        </p:txBody>
      </p:sp>
    </p:spTree>
    <p:extLst>
      <p:ext uri="{BB962C8B-B14F-4D97-AF65-F5344CB8AC3E}">
        <p14:creationId xmlns:p14="http://schemas.microsoft.com/office/powerpoint/2010/main" val="14436438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762000" y="557784"/>
            <a:ext cx="3831336" cy="4956048"/>
          </a:xfrm>
        </p:spPr>
        <p:txBody>
          <a:bodyPr/>
          <a:lstStyle/>
          <a:p>
            <a:r>
              <a:rPr lang="en-US"/>
              <a:t>Click to edit Master title style</a:t>
            </a:r>
            <a:endParaRPr lang="en-US" dirty="0"/>
          </a:p>
        </p:txBody>
      </p:sp>
      <p:sp>
        <p:nvSpPr>
          <p:cNvPr id="3" name="Text Placeholder 2"/>
          <p:cNvSpPr>
            <a:spLocks noGrp="1"/>
          </p:cNvSpPr>
          <p:nvPr>
            <p:ph type="body" idx="1"/>
          </p:nvPr>
        </p:nvSpPr>
        <p:spPr>
          <a:xfrm>
            <a:off x="5181600" y="558065"/>
            <a:ext cx="6245352" cy="914400"/>
          </a:xfrm>
        </p:spPr>
        <p:txBody>
          <a:bodyPr anchor="b">
            <a:normAutofit/>
          </a:bodyPr>
          <a:lstStyle>
            <a:lvl1pPr marL="0" indent="0">
              <a:lnSpc>
                <a:spcPct val="113000"/>
              </a:lnSpc>
              <a:spcBef>
                <a:spcPts val="0"/>
              </a:spcBef>
              <a:buNone/>
              <a:defRPr sz="2400" b="0" i="1" baseline="0">
                <a:solidFill>
                  <a:schemeClr val="tx1">
                    <a:lumMod val="85000"/>
                    <a:lumOff val="1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5181600" y="1526671"/>
            <a:ext cx="6245352" cy="175564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181600" y="3700826"/>
            <a:ext cx="6248400" cy="914400"/>
          </a:xfrm>
        </p:spPr>
        <p:txBody>
          <a:bodyPr anchor="b">
            <a:normAutofit/>
          </a:bodyPr>
          <a:lstStyle>
            <a:lvl1pPr marL="0" indent="0">
              <a:buNone/>
              <a:defRPr sz="2400" b="0" i="1" baseline="0">
                <a:solidFill>
                  <a:schemeClr val="tx1">
                    <a:lumMod val="85000"/>
                    <a:lumOff val="1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5181600" y="4669432"/>
            <a:ext cx="6245352" cy="175564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97705DE-9461-4346-9D5D-B989155D24CE}" type="datetimeFigureOut">
              <a:rPr lang="en-AU" smtClean="0"/>
              <a:t>26/10/2025</a:t>
            </a:fld>
            <a:endParaRPr lang="en-AU"/>
          </a:p>
        </p:txBody>
      </p:sp>
      <p:sp>
        <p:nvSpPr>
          <p:cNvPr id="8" name="Footer Placeholder 7"/>
          <p:cNvSpPr>
            <a:spLocks noGrp="1"/>
          </p:cNvSpPr>
          <p:nvPr>
            <p:ph type="ftr" sz="quarter" idx="11"/>
          </p:nvPr>
        </p:nvSpPr>
        <p:spPr/>
        <p:txBody>
          <a:bodyPr/>
          <a:lstStyle/>
          <a:p>
            <a:endParaRPr lang="en-AU"/>
          </a:p>
        </p:txBody>
      </p:sp>
      <p:sp>
        <p:nvSpPr>
          <p:cNvPr id="9" name="Slide Number Placeholder 8"/>
          <p:cNvSpPr>
            <a:spLocks noGrp="1"/>
          </p:cNvSpPr>
          <p:nvPr>
            <p:ph type="sldNum" sz="quarter" idx="12"/>
          </p:nvPr>
        </p:nvSpPr>
        <p:spPr/>
        <p:txBody>
          <a:bodyPr/>
          <a:lstStyle/>
          <a:p>
            <a:fld id="{A6177A87-3B7D-44CC-8271-C4C65D11800F}" type="slidenum">
              <a:rPr lang="en-AU" smtClean="0"/>
              <a:t>‹#›</a:t>
            </a:fld>
            <a:endParaRPr lang="en-AU"/>
          </a:p>
        </p:txBody>
      </p:sp>
    </p:spTree>
    <p:extLst>
      <p:ext uri="{BB962C8B-B14F-4D97-AF65-F5344CB8AC3E}">
        <p14:creationId xmlns:p14="http://schemas.microsoft.com/office/powerpoint/2010/main" val="13585429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97705DE-9461-4346-9D5D-B989155D24CE}" type="datetimeFigureOut">
              <a:rPr lang="en-AU" smtClean="0"/>
              <a:t>26/10/2025</a:t>
            </a:fld>
            <a:endParaRPr lang="en-AU"/>
          </a:p>
        </p:txBody>
      </p:sp>
      <p:sp>
        <p:nvSpPr>
          <p:cNvPr id="4" name="Footer Placeholder 3"/>
          <p:cNvSpPr>
            <a:spLocks noGrp="1"/>
          </p:cNvSpPr>
          <p:nvPr>
            <p:ph type="ftr" sz="quarter" idx="11"/>
          </p:nvPr>
        </p:nvSpPr>
        <p:spPr/>
        <p:txBody>
          <a:bodyPr/>
          <a:lstStyle/>
          <a:p>
            <a:endParaRPr lang="en-AU"/>
          </a:p>
        </p:txBody>
      </p:sp>
      <p:sp>
        <p:nvSpPr>
          <p:cNvPr id="5" name="Slide Number Placeholder 4"/>
          <p:cNvSpPr>
            <a:spLocks noGrp="1"/>
          </p:cNvSpPr>
          <p:nvPr>
            <p:ph type="sldNum" sz="quarter" idx="12"/>
          </p:nvPr>
        </p:nvSpPr>
        <p:spPr/>
        <p:txBody>
          <a:bodyPr/>
          <a:lstStyle/>
          <a:p>
            <a:fld id="{A6177A87-3B7D-44CC-8271-C4C65D11800F}" type="slidenum">
              <a:rPr lang="en-AU" smtClean="0"/>
              <a:t>‹#›</a:t>
            </a:fld>
            <a:endParaRPr lang="en-AU"/>
          </a:p>
        </p:txBody>
      </p:sp>
    </p:spTree>
    <p:extLst>
      <p:ext uri="{BB962C8B-B14F-4D97-AF65-F5344CB8AC3E}">
        <p14:creationId xmlns:p14="http://schemas.microsoft.com/office/powerpoint/2010/main" val="1770564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97705DE-9461-4346-9D5D-B989155D24CE}" type="datetimeFigureOut">
              <a:rPr lang="en-AU" smtClean="0"/>
              <a:t>26/10/2025</a:t>
            </a:fld>
            <a:endParaRPr lang="en-AU"/>
          </a:p>
        </p:txBody>
      </p:sp>
      <p:sp>
        <p:nvSpPr>
          <p:cNvPr id="3" name="Footer Placeholder 2"/>
          <p:cNvSpPr>
            <a:spLocks noGrp="1"/>
          </p:cNvSpPr>
          <p:nvPr>
            <p:ph type="ftr" sz="quarter" idx="11"/>
          </p:nvPr>
        </p:nvSpPr>
        <p:spPr/>
        <p:txBody>
          <a:bodyPr/>
          <a:lstStyle/>
          <a:p>
            <a:endParaRPr lang="en-AU"/>
          </a:p>
        </p:txBody>
      </p:sp>
      <p:sp>
        <p:nvSpPr>
          <p:cNvPr id="4" name="Slide Number Placeholder 3"/>
          <p:cNvSpPr>
            <a:spLocks noGrp="1"/>
          </p:cNvSpPr>
          <p:nvPr>
            <p:ph type="sldNum" sz="quarter" idx="12"/>
          </p:nvPr>
        </p:nvSpPr>
        <p:spPr/>
        <p:txBody>
          <a:bodyPr/>
          <a:lstStyle/>
          <a:p>
            <a:fld id="{A6177A87-3B7D-44CC-8271-C4C65D11800F}" type="slidenum">
              <a:rPr lang="en-AU" smtClean="0"/>
              <a:t>‹#›</a:t>
            </a:fld>
            <a:endParaRPr lang="en-AU"/>
          </a:p>
        </p:txBody>
      </p:sp>
    </p:spTree>
    <p:extLst>
      <p:ext uri="{BB962C8B-B14F-4D97-AF65-F5344CB8AC3E}">
        <p14:creationId xmlns:p14="http://schemas.microsoft.com/office/powerpoint/2010/main" val="35683175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62000" y="555479"/>
            <a:ext cx="3838776" cy="1921022"/>
          </a:xfrm>
        </p:spPr>
        <p:txBody>
          <a:bodyPr anchor="t">
            <a:noAutofit/>
          </a:bodyPr>
          <a:lstStyle>
            <a:lvl1pPr>
              <a:lnSpc>
                <a:spcPct val="93000"/>
              </a:lnSpc>
              <a:defRPr sz="4000"/>
            </a:lvl1pPr>
          </a:lstStyle>
          <a:p>
            <a:r>
              <a:rPr lang="en-US"/>
              <a:t>Click to edit Master title style</a:t>
            </a:r>
            <a:endParaRPr lang="en-US" dirty="0"/>
          </a:p>
        </p:txBody>
      </p:sp>
      <p:sp>
        <p:nvSpPr>
          <p:cNvPr id="3" name="Content Placeholder 2"/>
          <p:cNvSpPr>
            <a:spLocks noGrp="1"/>
          </p:cNvSpPr>
          <p:nvPr>
            <p:ph idx="1"/>
          </p:nvPr>
        </p:nvSpPr>
        <p:spPr>
          <a:xfrm>
            <a:off x="5181600" y="564147"/>
            <a:ext cx="6248400" cy="5622644"/>
          </a:xfrm>
        </p:spPr>
        <p:txBody>
          <a:bodyPr/>
          <a:lstStyle>
            <a:lvl1pPr>
              <a:lnSpc>
                <a:spcPct val="112000"/>
              </a:lnSpc>
              <a:defRPr sz="2000"/>
            </a:lvl1pPr>
            <a:lvl2pPr>
              <a:lnSpc>
                <a:spcPct val="112000"/>
              </a:lnSpc>
              <a:defRPr sz="1800"/>
            </a:lvl2pPr>
            <a:lvl3pPr>
              <a:lnSpc>
                <a:spcPct val="112000"/>
              </a:lnSpc>
              <a:defRPr sz="1600"/>
            </a:lvl3pPr>
            <a:lvl4pPr>
              <a:lnSpc>
                <a:spcPct val="112000"/>
              </a:lnSpc>
              <a:defRPr sz="1400"/>
            </a:lvl4pPr>
            <a:lvl5pPr>
              <a:lnSpc>
                <a:spcPct val="112000"/>
              </a:lnSpc>
              <a:defRPr sz="1400"/>
            </a:lvl5pPr>
            <a:lvl6pPr>
              <a:defRPr sz="1400"/>
            </a:lvl6pPr>
            <a:lvl7pPr>
              <a:defRPr sz="1400"/>
            </a:lvl7pPr>
            <a:lvl8pPr>
              <a:defRPr sz="1400"/>
            </a:lvl8pPr>
            <a:lvl9pPr>
              <a:defRPr sz="14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62000" y="2621512"/>
            <a:ext cx="3838776" cy="3239537"/>
          </a:xfrm>
        </p:spPr>
        <p:txBody>
          <a:bodyPr/>
          <a:lstStyle>
            <a:lvl1pPr marL="0" indent="0" algn="r">
              <a:lnSpc>
                <a:spcPct val="125000"/>
              </a:lnSpc>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897705DE-9461-4346-9D5D-B989155D24CE}" type="datetimeFigureOut">
              <a:rPr lang="en-AU" smtClean="0"/>
              <a:t>26/10/2025</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A6177A87-3B7D-44CC-8271-C4C65D11800F}" type="slidenum">
              <a:rPr lang="en-AU" smtClean="0"/>
              <a:t>‹#›</a:t>
            </a:fld>
            <a:endParaRPr lang="en-AU"/>
          </a:p>
        </p:txBody>
      </p:sp>
    </p:spTree>
    <p:extLst>
      <p:ext uri="{BB962C8B-B14F-4D97-AF65-F5344CB8AC3E}">
        <p14:creationId xmlns:p14="http://schemas.microsoft.com/office/powerpoint/2010/main" val="9111935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58952" y="557261"/>
            <a:ext cx="3840480" cy="1919239"/>
          </a:xfrm>
        </p:spPr>
        <p:txBody>
          <a:bodyPr anchor="t">
            <a:noAutofit/>
          </a:bodyPr>
          <a:lstStyle>
            <a:lvl1pPr>
              <a:lnSpc>
                <a:spcPct val="93000"/>
              </a:lnSpc>
              <a:defRPr sz="4000"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5257800" y="0"/>
            <a:ext cx="6172200" cy="6857999"/>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758952" y="2621512"/>
            <a:ext cx="3840480" cy="3236976"/>
          </a:xfrm>
        </p:spPr>
        <p:txBody>
          <a:bodyPr/>
          <a:lstStyle>
            <a:lvl1pPr marL="0" indent="0" algn="r">
              <a:lnSpc>
                <a:spcPct val="125000"/>
              </a:lnSpc>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897705DE-9461-4346-9D5D-B989155D24CE}" type="datetimeFigureOut">
              <a:rPr lang="en-AU" smtClean="0"/>
              <a:t>26/10/2025</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A6177A87-3B7D-44CC-8271-C4C65D11800F}" type="slidenum">
              <a:rPr lang="en-AU" smtClean="0"/>
              <a:t>‹#›</a:t>
            </a:fld>
            <a:endParaRPr lang="en-AU"/>
          </a:p>
        </p:txBody>
      </p:sp>
    </p:spTree>
    <p:extLst>
      <p:ext uri="{BB962C8B-B14F-4D97-AF65-F5344CB8AC3E}">
        <p14:creationId xmlns:p14="http://schemas.microsoft.com/office/powerpoint/2010/main" val="4926868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5181600" y="640080"/>
            <a:ext cx="6248398" cy="5584142"/>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97705DE-9461-4346-9D5D-B989155D24CE}" type="datetimeFigureOut">
              <a:rPr lang="en-AU" smtClean="0"/>
              <a:t>26/10/2025</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A6177A87-3B7D-44CC-8271-C4C65D11800F}" type="slidenum">
              <a:rPr lang="en-AU" smtClean="0"/>
              <a:t>‹#›</a:t>
            </a:fld>
            <a:endParaRPr lang="en-AU"/>
          </a:p>
        </p:txBody>
      </p:sp>
    </p:spTree>
    <p:extLst>
      <p:ext uri="{BB962C8B-B14F-4D97-AF65-F5344CB8AC3E}">
        <p14:creationId xmlns:p14="http://schemas.microsoft.com/office/powerpoint/2010/main" val="41655601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12" name="Freeform 6" title="Page Number Shape"/>
          <p:cNvSpPr/>
          <p:nvPr/>
        </p:nvSpPr>
        <p:spPr bwMode="auto">
          <a:xfrm>
            <a:off x="11784011" y="5380580"/>
            <a:ext cx="407988" cy="819150"/>
          </a:xfrm>
          <a:custGeom>
            <a:avLst/>
            <a:gdLst/>
            <a:ahLst/>
            <a:cxnLst/>
            <a:rect l="0" t="0" r="r" b="b"/>
            <a:pathLst>
              <a:path w="1799" h="3612">
                <a:moveTo>
                  <a:pt x="1799" y="0"/>
                </a:moveTo>
                <a:lnTo>
                  <a:pt x="1799" y="3612"/>
                </a:lnTo>
                <a:lnTo>
                  <a:pt x="1686" y="3609"/>
                </a:lnTo>
                <a:lnTo>
                  <a:pt x="1574" y="3598"/>
                </a:lnTo>
                <a:lnTo>
                  <a:pt x="1464" y="3581"/>
                </a:lnTo>
                <a:lnTo>
                  <a:pt x="1357" y="3557"/>
                </a:lnTo>
                <a:lnTo>
                  <a:pt x="1251" y="3527"/>
                </a:lnTo>
                <a:lnTo>
                  <a:pt x="1150" y="3490"/>
                </a:lnTo>
                <a:lnTo>
                  <a:pt x="1050" y="3448"/>
                </a:lnTo>
                <a:lnTo>
                  <a:pt x="953" y="3401"/>
                </a:lnTo>
                <a:lnTo>
                  <a:pt x="860" y="3347"/>
                </a:lnTo>
                <a:lnTo>
                  <a:pt x="771" y="3289"/>
                </a:lnTo>
                <a:lnTo>
                  <a:pt x="686" y="3224"/>
                </a:lnTo>
                <a:lnTo>
                  <a:pt x="604" y="3156"/>
                </a:lnTo>
                <a:lnTo>
                  <a:pt x="527" y="3083"/>
                </a:lnTo>
                <a:lnTo>
                  <a:pt x="454" y="3005"/>
                </a:lnTo>
                <a:lnTo>
                  <a:pt x="386" y="2923"/>
                </a:lnTo>
                <a:lnTo>
                  <a:pt x="323" y="2838"/>
                </a:lnTo>
                <a:lnTo>
                  <a:pt x="265" y="2748"/>
                </a:lnTo>
                <a:lnTo>
                  <a:pt x="211" y="2655"/>
                </a:lnTo>
                <a:lnTo>
                  <a:pt x="163" y="2559"/>
                </a:lnTo>
                <a:lnTo>
                  <a:pt x="121" y="2459"/>
                </a:lnTo>
                <a:lnTo>
                  <a:pt x="85" y="2356"/>
                </a:lnTo>
                <a:lnTo>
                  <a:pt x="55" y="2251"/>
                </a:lnTo>
                <a:lnTo>
                  <a:pt x="32" y="2143"/>
                </a:lnTo>
                <a:lnTo>
                  <a:pt x="14" y="2033"/>
                </a:lnTo>
                <a:lnTo>
                  <a:pt x="4" y="1920"/>
                </a:lnTo>
                <a:lnTo>
                  <a:pt x="0" y="1806"/>
                </a:lnTo>
                <a:lnTo>
                  <a:pt x="4" y="1692"/>
                </a:lnTo>
                <a:lnTo>
                  <a:pt x="14" y="1580"/>
                </a:lnTo>
                <a:lnTo>
                  <a:pt x="32" y="1469"/>
                </a:lnTo>
                <a:lnTo>
                  <a:pt x="55" y="1362"/>
                </a:lnTo>
                <a:lnTo>
                  <a:pt x="85" y="1256"/>
                </a:lnTo>
                <a:lnTo>
                  <a:pt x="121" y="1154"/>
                </a:lnTo>
                <a:lnTo>
                  <a:pt x="163" y="1054"/>
                </a:lnTo>
                <a:lnTo>
                  <a:pt x="211" y="958"/>
                </a:lnTo>
                <a:lnTo>
                  <a:pt x="265" y="864"/>
                </a:lnTo>
                <a:lnTo>
                  <a:pt x="323" y="774"/>
                </a:lnTo>
                <a:lnTo>
                  <a:pt x="386" y="689"/>
                </a:lnTo>
                <a:lnTo>
                  <a:pt x="454" y="607"/>
                </a:lnTo>
                <a:lnTo>
                  <a:pt x="527" y="529"/>
                </a:lnTo>
                <a:lnTo>
                  <a:pt x="604" y="456"/>
                </a:lnTo>
                <a:lnTo>
                  <a:pt x="686" y="388"/>
                </a:lnTo>
                <a:lnTo>
                  <a:pt x="771" y="325"/>
                </a:lnTo>
                <a:lnTo>
                  <a:pt x="860" y="266"/>
                </a:lnTo>
                <a:lnTo>
                  <a:pt x="953" y="212"/>
                </a:lnTo>
                <a:lnTo>
                  <a:pt x="1050" y="164"/>
                </a:lnTo>
                <a:lnTo>
                  <a:pt x="1150" y="122"/>
                </a:lnTo>
                <a:lnTo>
                  <a:pt x="1251" y="85"/>
                </a:lnTo>
                <a:lnTo>
                  <a:pt x="1357" y="55"/>
                </a:lnTo>
                <a:lnTo>
                  <a:pt x="1464" y="32"/>
                </a:lnTo>
                <a:lnTo>
                  <a:pt x="1574" y="14"/>
                </a:lnTo>
                <a:lnTo>
                  <a:pt x="1686" y="5"/>
                </a:lnTo>
                <a:lnTo>
                  <a:pt x="1799" y="0"/>
                </a:lnTo>
                <a:close/>
              </a:path>
            </a:pathLst>
          </a:custGeom>
          <a:solidFill>
            <a:schemeClr val="accent1"/>
          </a:solidFill>
          <a:ln w="0">
            <a:noFill/>
            <a:prstDash val="solid"/>
            <a:round/>
            <a:headEnd/>
            <a:tailEnd/>
          </a:ln>
        </p:spPr>
      </p:sp>
      <p:sp>
        <p:nvSpPr>
          <p:cNvPr id="2" name="Vertical Title 1"/>
          <p:cNvSpPr>
            <a:spLocks noGrp="1"/>
          </p:cNvSpPr>
          <p:nvPr>
            <p:ph type="title" orient="vert"/>
          </p:nvPr>
        </p:nvSpPr>
        <p:spPr>
          <a:xfrm>
            <a:off x="7990765" y="642931"/>
            <a:ext cx="2446670" cy="4678106"/>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838200" y="642932"/>
            <a:ext cx="7070678" cy="4678105"/>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6536187" y="5927131"/>
            <a:ext cx="3814856" cy="365125"/>
          </a:xfrm>
        </p:spPr>
        <p:txBody>
          <a:bodyPr/>
          <a:lstStyle/>
          <a:p>
            <a:fld id="{897705DE-9461-4346-9D5D-B989155D24CE}" type="datetimeFigureOut">
              <a:rPr lang="en-AU" smtClean="0"/>
              <a:t>26/10/2025</a:t>
            </a:fld>
            <a:endParaRPr lang="en-AU"/>
          </a:p>
        </p:txBody>
      </p:sp>
      <p:sp>
        <p:nvSpPr>
          <p:cNvPr id="5" name="Footer Placeholder 4"/>
          <p:cNvSpPr>
            <a:spLocks noGrp="1"/>
          </p:cNvSpPr>
          <p:nvPr>
            <p:ph type="ftr" sz="quarter" idx="11"/>
          </p:nvPr>
        </p:nvSpPr>
        <p:spPr>
          <a:xfrm>
            <a:off x="6536187" y="6315949"/>
            <a:ext cx="3814856" cy="365125"/>
          </a:xfrm>
        </p:spPr>
        <p:txBody>
          <a:bodyPr/>
          <a:lstStyle/>
          <a:p>
            <a:endParaRPr lang="en-AU"/>
          </a:p>
        </p:txBody>
      </p:sp>
      <p:sp>
        <p:nvSpPr>
          <p:cNvPr id="6" name="Slide Number Placeholder 5"/>
          <p:cNvSpPr>
            <a:spLocks noGrp="1"/>
          </p:cNvSpPr>
          <p:nvPr>
            <p:ph type="sldNum" sz="quarter" idx="12"/>
          </p:nvPr>
        </p:nvSpPr>
        <p:spPr>
          <a:xfrm>
            <a:off x="11784011" y="5607592"/>
            <a:ext cx="407988" cy="365125"/>
          </a:xfrm>
        </p:spPr>
        <p:txBody>
          <a:bodyPr/>
          <a:lstStyle/>
          <a:p>
            <a:fld id="{A6177A87-3B7D-44CC-8271-C4C65D11800F}" type="slidenum">
              <a:rPr lang="en-AU" smtClean="0"/>
              <a:t>‹#›</a:t>
            </a:fld>
            <a:endParaRPr lang="en-AU"/>
          </a:p>
        </p:txBody>
      </p:sp>
      <p:cxnSp>
        <p:nvCxnSpPr>
          <p:cNvPr id="13" name="Straight Connector 12" title="Horizontal Rule Line"/>
          <p:cNvCxnSpPr/>
          <p:nvPr/>
        </p:nvCxnSpPr>
        <p:spPr>
          <a:xfrm>
            <a:off x="0" y="6199730"/>
            <a:ext cx="10260011"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96240843"/>
      </p:ext>
    </p:extLst>
  </p:cSld>
  <p:clrMapOvr>
    <a:masterClrMapping/>
  </p:clrMapOvr>
  <p:extLst>
    <p:ext uri="{DCECCB84-F9BA-43D5-87BE-67443E8EF086}">
      <p15:sldGuideLst xmlns:p15="http://schemas.microsoft.com/office/powerpoint/2012/main">
        <p15:guide id="1" pos="6456">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accent1"/>
        </a:solidFill>
        <a:effectLst/>
      </p:bgPr>
    </p:bg>
    <p:spTree>
      <p:nvGrpSpPr>
        <p:cNvPr id="1" name=""/>
        <p:cNvGrpSpPr/>
        <p:nvPr/>
      </p:nvGrpSpPr>
      <p:grpSpPr>
        <a:xfrm>
          <a:off x="0" y="0"/>
          <a:ext cx="0" cy="0"/>
          <a:chOff x="0" y="0"/>
          <a:chExt cx="0" cy="0"/>
        </a:xfrm>
      </p:grpSpPr>
      <p:sp>
        <p:nvSpPr>
          <p:cNvPr id="12" name="Freeform 6" title="Page Number Shape"/>
          <p:cNvSpPr/>
          <p:nvPr/>
        </p:nvSpPr>
        <p:spPr bwMode="auto">
          <a:xfrm>
            <a:off x="11784011" y="1189204"/>
            <a:ext cx="407988" cy="819150"/>
          </a:xfrm>
          <a:custGeom>
            <a:avLst/>
            <a:gdLst/>
            <a:ahLst/>
            <a:cxnLst/>
            <a:rect l="0" t="0" r="r" b="b"/>
            <a:pathLst>
              <a:path w="1799" h="3612">
                <a:moveTo>
                  <a:pt x="1799" y="0"/>
                </a:moveTo>
                <a:lnTo>
                  <a:pt x="1799" y="3612"/>
                </a:lnTo>
                <a:lnTo>
                  <a:pt x="1686" y="3609"/>
                </a:lnTo>
                <a:lnTo>
                  <a:pt x="1574" y="3598"/>
                </a:lnTo>
                <a:lnTo>
                  <a:pt x="1464" y="3581"/>
                </a:lnTo>
                <a:lnTo>
                  <a:pt x="1357" y="3557"/>
                </a:lnTo>
                <a:lnTo>
                  <a:pt x="1251" y="3527"/>
                </a:lnTo>
                <a:lnTo>
                  <a:pt x="1150" y="3490"/>
                </a:lnTo>
                <a:lnTo>
                  <a:pt x="1050" y="3448"/>
                </a:lnTo>
                <a:lnTo>
                  <a:pt x="953" y="3401"/>
                </a:lnTo>
                <a:lnTo>
                  <a:pt x="860" y="3347"/>
                </a:lnTo>
                <a:lnTo>
                  <a:pt x="771" y="3289"/>
                </a:lnTo>
                <a:lnTo>
                  <a:pt x="686" y="3224"/>
                </a:lnTo>
                <a:lnTo>
                  <a:pt x="604" y="3156"/>
                </a:lnTo>
                <a:lnTo>
                  <a:pt x="527" y="3083"/>
                </a:lnTo>
                <a:lnTo>
                  <a:pt x="454" y="3005"/>
                </a:lnTo>
                <a:lnTo>
                  <a:pt x="386" y="2923"/>
                </a:lnTo>
                <a:lnTo>
                  <a:pt x="323" y="2838"/>
                </a:lnTo>
                <a:lnTo>
                  <a:pt x="265" y="2748"/>
                </a:lnTo>
                <a:lnTo>
                  <a:pt x="211" y="2655"/>
                </a:lnTo>
                <a:lnTo>
                  <a:pt x="163" y="2559"/>
                </a:lnTo>
                <a:lnTo>
                  <a:pt x="121" y="2459"/>
                </a:lnTo>
                <a:lnTo>
                  <a:pt x="85" y="2356"/>
                </a:lnTo>
                <a:lnTo>
                  <a:pt x="55" y="2251"/>
                </a:lnTo>
                <a:lnTo>
                  <a:pt x="32" y="2143"/>
                </a:lnTo>
                <a:lnTo>
                  <a:pt x="14" y="2033"/>
                </a:lnTo>
                <a:lnTo>
                  <a:pt x="4" y="1920"/>
                </a:lnTo>
                <a:lnTo>
                  <a:pt x="0" y="1806"/>
                </a:lnTo>
                <a:lnTo>
                  <a:pt x="4" y="1692"/>
                </a:lnTo>
                <a:lnTo>
                  <a:pt x="14" y="1580"/>
                </a:lnTo>
                <a:lnTo>
                  <a:pt x="32" y="1469"/>
                </a:lnTo>
                <a:lnTo>
                  <a:pt x="55" y="1362"/>
                </a:lnTo>
                <a:lnTo>
                  <a:pt x="85" y="1256"/>
                </a:lnTo>
                <a:lnTo>
                  <a:pt x="121" y="1154"/>
                </a:lnTo>
                <a:lnTo>
                  <a:pt x="163" y="1054"/>
                </a:lnTo>
                <a:lnTo>
                  <a:pt x="211" y="958"/>
                </a:lnTo>
                <a:lnTo>
                  <a:pt x="265" y="864"/>
                </a:lnTo>
                <a:lnTo>
                  <a:pt x="323" y="774"/>
                </a:lnTo>
                <a:lnTo>
                  <a:pt x="386" y="689"/>
                </a:lnTo>
                <a:lnTo>
                  <a:pt x="454" y="607"/>
                </a:lnTo>
                <a:lnTo>
                  <a:pt x="527" y="529"/>
                </a:lnTo>
                <a:lnTo>
                  <a:pt x="604" y="456"/>
                </a:lnTo>
                <a:lnTo>
                  <a:pt x="686" y="388"/>
                </a:lnTo>
                <a:lnTo>
                  <a:pt x="771" y="325"/>
                </a:lnTo>
                <a:lnTo>
                  <a:pt x="860" y="266"/>
                </a:lnTo>
                <a:lnTo>
                  <a:pt x="953" y="212"/>
                </a:lnTo>
                <a:lnTo>
                  <a:pt x="1050" y="164"/>
                </a:lnTo>
                <a:lnTo>
                  <a:pt x="1150" y="122"/>
                </a:lnTo>
                <a:lnTo>
                  <a:pt x="1251" y="85"/>
                </a:lnTo>
                <a:lnTo>
                  <a:pt x="1357" y="55"/>
                </a:lnTo>
                <a:lnTo>
                  <a:pt x="1464" y="32"/>
                </a:lnTo>
                <a:lnTo>
                  <a:pt x="1574" y="14"/>
                </a:lnTo>
                <a:lnTo>
                  <a:pt x="1686" y="5"/>
                </a:lnTo>
                <a:lnTo>
                  <a:pt x="1799" y="0"/>
                </a:lnTo>
                <a:close/>
              </a:path>
            </a:pathLst>
          </a:custGeom>
          <a:solidFill>
            <a:schemeClr val="tx2"/>
          </a:solidFill>
          <a:ln w="0">
            <a:noFill/>
            <a:prstDash val="solid"/>
            <a:round/>
            <a:headEnd/>
            <a:tailEnd/>
          </a:ln>
        </p:spPr>
      </p:sp>
      <p:sp>
        <p:nvSpPr>
          <p:cNvPr id="2" name="Title 1"/>
          <p:cNvSpPr>
            <a:spLocks noGrp="1"/>
          </p:cNvSpPr>
          <p:nvPr>
            <p:ph type="ctrTitle"/>
          </p:nvPr>
        </p:nvSpPr>
        <p:spPr>
          <a:xfrm>
            <a:off x="1088913" y="1143293"/>
            <a:ext cx="7034362" cy="4268965"/>
          </a:xfrm>
        </p:spPr>
        <p:txBody>
          <a:bodyPr anchor="t">
            <a:normAutofit/>
          </a:bodyPr>
          <a:lstStyle>
            <a:lvl1pPr algn="l">
              <a:lnSpc>
                <a:spcPct val="85000"/>
              </a:lnSpc>
              <a:defRPr sz="7700" cap="all" baseline="0">
                <a:solidFill>
                  <a:schemeClr val="tx2"/>
                </a:solidFill>
              </a:defRPr>
            </a:lvl1pPr>
          </a:lstStyle>
          <a:p>
            <a:r>
              <a:rPr lang="en-US"/>
              <a:t>Click to edit Master title style</a:t>
            </a:r>
            <a:endParaRPr lang="en-US" dirty="0"/>
          </a:p>
        </p:txBody>
      </p:sp>
      <p:sp>
        <p:nvSpPr>
          <p:cNvPr id="3" name="Subtitle 2"/>
          <p:cNvSpPr>
            <a:spLocks noGrp="1"/>
          </p:cNvSpPr>
          <p:nvPr>
            <p:ph type="subTitle" idx="1"/>
          </p:nvPr>
        </p:nvSpPr>
        <p:spPr>
          <a:xfrm>
            <a:off x="1088914" y="5537925"/>
            <a:ext cx="7034362" cy="706355"/>
          </a:xfrm>
        </p:spPr>
        <p:txBody>
          <a:bodyPr>
            <a:normAutofit/>
          </a:bodyPr>
          <a:lstStyle>
            <a:lvl1pPr marL="0" indent="0" algn="l">
              <a:lnSpc>
                <a:spcPct val="114000"/>
              </a:lnSpc>
              <a:spcBef>
                <a:spcPts val="0"/>
              </a:spcBef>
              <a:buNone/>
              <a:defRPr sz="2000" b="0" i="1"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1088913" y="6314440"/>
            <a:ext cx="1596622" cy="365125"/>
          </a:xfrm>
        </p:spPr>
        <p:txBody>
          <a:bodyPr/>
          <a:lstStyle>
            <a:lvl1pPr algn="l">
              <a:defRPr sz="1200">
                <a:solidFill>
                  <a:schemeClr val="tx2"/>
                </a:solidFill>
              </a:defRPr>
            </a:lvl1pPr>
          </a:lstStyle>
          <a:p>
            <a:fld id="{6FF4C0AC-8F00-4C36-BECA-59F9CAB32155}" type="datetimeFigureOut">
              <a:rPr lang="en-AU" smtClean="0"/>
              <a:t>26/10/2025</a:t>
            </a:fld>
            <a:endParaRPr lang="en-AU"/>
          </a:p>
        </p:txBody>
      </p:sp>
      <p:sp>
        <p:nvSpPr>
          <p:cNvPr id="5" name="Footer Placeholder 4"/>
          <p:cNvSpPr>
            <a:spLocks noGrp="1"/>
          </p:cNvSpPr>
          <p:nvPr>
            <p:ph type="ftr" sz="quarter" idx="11"/>
          </p:nvPr>
        </p:nvSpPr>
        <p:spPr>
          <a:xfrm>
            <a:off x="3000591" y="6314440"/>
            <a:ext cx="5122683" cy="365125"/>
          </a:xfrm>
        </p:spPr>
        <p:txBody>
          <a:bodyPr/>
          <a:lstStyle>
            <a:lvl1pPr algn="l">
              <a:defRPr b="0">
                <a:solidFill>
                  <a:schemeClr val="tx2"/>
                </a:solidFill>
              </a:defRPr>
            </a:lvl1pPr>
          </a:lstStyle>
          <a:p>
            <a:endParaRPr lang="en-AU"/>
          </a:p>
        </p:txBody>
      </p:sp>
      <p:sp>
        <p:nvSpPr>
          <p:cNvPr id="6" name="Slide Number Placeholder 5"/>
          <p:cNvSpPr>
            <a:spLocks noGrp="1"/>
          </p:cNvSpPr>
          <p:nvPr>
            <p:ph type="sldNum" sz="quarter" idx="12"/>
          </p:nvPr>
        </p:nvSpPr>
        <p:spPr>
          <a:xfrm>
            <a:off x="11784011" y="1416216"/>
            <a:ext cx="407988" cy="365125"/>
          </a:xfrm>
        </p:spPr>
        <p:txBody>
          <a:bodyPr/>
          <a:lstStyle>
            <a:lvl1pPr algn="r">
              <a:defRPr>
                <a:solidFill>
                  <a:schemeClr val="accent1"/>
                </a:solidFill>
              </a:defRPr>
            </a:lvl1pPr>
          </a:lstStyle>
          <a:p>
            <a:fld id="{FA146F22-928D-4C3B-8A28-BBB0702861D3}" type="slidenum">
              <a:rPr lang="en-AU" smtClean="0"/>
              <a:t>‹#›</a:t>
            </a:fld>
            <a:endParaRPr lang="en-AU"/>
          </a:p>
        </p:txBody>
      </p:sp>
      <p:cxnSp>
        <p:nvCxnSpPr>
          <p:cNvPr id="9" name="Straight Connector 8" title="Verticle Rule Line"/>
          <p:cNvCxnSpPr/>
          <p:nvPr/>
        </p:nvCxnSpPr>
        <p:spPr>
          <a:xfrm>
            <a:off x="773855" y="1257300"/>
            <a:ext cx="0" cy="5600700"/>
          </a:xfrm>
          <a:prstGeom prst="line">
            <a:avLst/>
          </a:prstGeom>
          <a:ln w="2540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8814306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792">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FF4C0AC-8F00-4C36-BECA-59F9CAB32155}" type="datetimeFigureOut">
              <a:rPr lang="en-AU" smtClean="0"/>
              <a:t>26/10/2025</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FA146F22-928D-4C3B-8A28-BBB0702861D3}" type="slidenum">
              <a:rPr lang="en-AU" smtClean="0"/>
              <a:t>‹#›</a:t>
            </a:fld>
            <a:endParaRPr lang="en-AU"/>
          </a:p>
        </p:txBody>
      </p:sp>
    </p:spTree>
    <p:extLst>
      <p:ext uri="{BB962C8B-B14F-4D97-AF65-F5344CB8AC3E}">
        <p14:creationId xmlns:p14="http://schemas.microsoft.com/office/powerpoint/2010/main" val="129020899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2"/>
        </a:solidFill>
        <a:effectLst/>
      </p:bgPr>
    </p:bg>
    <p:spTree>
      <p:nvGrpSpPr>
        <p:cNvPr id="1" name=""/>
        <p:cNvGrpSpPr/>
        <p:nvPr/>
      </p:nvGrpSpPr>
      <p:grpSpPr>
        <a:xfrm>
          <a:off x="0" y="0"/>
          <a:ext cx="0" cy="0"/>
          <a:chOff x="0" y="0"/>
          <a:chExt cx="0" cy="0"/>
        </a:xfrm>
      </p:grpSpPr>
      <p:sp>
        <p:nvSpPr>
          <p:cNvPr id="7" name="Freeform 6" title="Page Number Shape"/>
          <p:cNvSpPr/>
          <p:nvPr/>
        </p:nvSpPr>
        <p:spPr bwMode="auto">
          <a:xfrm>
            <a:off x="11784011" y="1393748"/>
            <a:ext cx="407988" cy="819150"/>
          </a:xfrm>
          <a:custGeom>
            <a:avLst/>
            <a:gdLst/>
            <a:ahLst/>
            <a:cxnLst/>
            <a:rect l="0" t="0" r="r" b="b"/>
            <a:pathLst>
              <a:path w="1799" h="3612">
                <a:moveTo>
                  <a:pt x="1799" y="0"/>
                </a:moveTo>
                <a:lnTo>
                  <a:pt x="1799" y="3612"/>
                </a:lnTo>
                <a:lnTo>
                  <a:pt x="1686" y="3609"/>
                </a:lnTo>
                <a:lnTo>
                  <a:pt x="1574" y="3598"/>
                </a:lnTo>
                <a:lnTo>
                  <a:pt x="1464" y="3581"/>
                </a:lnTo>
                <a:lnTo>
                  <a:pt x="1357" y="3557"/>
                </a:lnTo>
                <a:lnTo>
                  <a:pt x="1251" y="3527"/>
                </a:lnTo>
                <a:lnTo>
                  <a:pt x="1150" y="3490"/>
                </a:lnTo>
                <a:lnTo>
                  <a:pt x="1050" y="3448"/>
                </a:lnTo>
                <a:lnTo>
                  <a:pt x="953" y="3401"/>
                </a:lnTo>
                <a:lnTo>
                  <a:pt x="860" y="3347"/>
                </a:lnTo>
                <a:lnTo>
                  <a:pt x="771" y="3289"/>
                </a:lnTo>
                <a:lnTo>
                  <a:pt x="686" y="3224"/>
                </a:lnTo>
                <a:lnTo>
                  <a:pt x="604" y="3156"/>
                </a:lnTo>
                <a:lnTo>
                  <a:pt x="527" y="3083"/>
                </a:lnTo>
                <a:lnTo>
                  <a:pt x="454" y="3005"/>
                </a:lnTo>
                <a:lnTo>
                  <a:pt x="386" y="2923"/>
                </a:lnTo>
                <a:lnTo>
                  <a:pt x="323" y="2838"/>
                </a:lnTo>
                <a:lnTo>
                  <a:pt x="265" y="2748"/>
                </a:lnTo>
                <a:lnTo>
                  <a:pt x="211" y="2655"/>
                </a:lnTo>
                <a:lnTo>
                  <a:pt x="163" y="2559"/>
                </a:lnTo>
                <a:lnTo>
                  <a:pt x="121" y="2459"/>
                </a:lnTo>
                <a:lnTo>
                  <a:pt x="85" y="2356"/>
                </a:lnTo>
                <a:lnTo>
                  <a:pt x="55" y="2251"/>
                </a:lnTo>
                <a:lnTo>
                  <a:pt x="32" y="2143"/>
                </a:lnTo>
                <a:lnTo>
                  <a:pt x="14" y="2033"/>
                </a:lnTo>
                <a:lnTo>
                  <a:pt x="4" y="1920"/>
                </a:lnTo>
                <a:lnTo>
                  <a:pt x="0" y="1806"/>
                </a:lnTo>
                <a:lnTo>
                  <a:pt x="4" y="1692"/>
                </a:lnTo>
                <a:lnTo>
                  <a:pt x="14" y="1580"/>
                </a:lnTo>
                <a:lnTo>
                  <a:pt x="32" y="1469"/>
                </a:lnTo>
                <a:lnTo>
                  <a:pt x="55" y="1362"/>
                </a:lnTo>
                <a:lnTo>
                  <a:pt x="85" y="1256"/>
                </a:lnTo>
                <a:lnTo>
                  <a:pt x="121" y="1154"/>
                </a:lnTo>
                <a:lnTo>
                  <a:pt x="163" y="1054"/>
                </a:lnTo>
                <a:lnTo>
                  <a:pt x="211" y="958"/>
                </a:lnTo>
                <a:lnTo>
                  <a:pt x="265" y="864"/>
                </a:lnTo>
                <a:lnTo>
                  <a:pt x="323" y="774"/>
                </a:lnTo>
                <a:lnTo>
                  <a:pt x="386" y="689"/>
                </a:lnTo>
                <a:lnTo>
                  <a:pt x="454" y="607"/>
                </a:lnTo>
                <a:lnTo>
                  <a:pt x="527" y="529"/>
                </a:lnTo>
                <a:lnTo>
                  <a:pt x="604" y="456"/>
                </a:lnTo>
                <a:lnTo>
                  <a:pt x="686" y="388"/>
                </a:lnTo>
                <a:lnTo>
                  <a:pt x="771" y="325"/>
                </a:lnTo>
                <a:lnTo>
                  <a:pt x="860" y="266"/>
                </a:lnTo>
                <a:lnTo>
                  <a:pt x="953" y="212"/>
                </a:lnTo>
                <a:lnTo>
                  <a:pt x="1050" y="164"/>
                </a:lnTo>
                <a:lnTo>
                  <a:pt x="1150" y="122"/>
                </a:lnTo>
                <a:lnTo>
                  <a:pt x="1251" y="85"/>
                </a:lnTo>
                <a:lnTo>
                  <a:pt x="1357" y="55"/>
                </a:lnTo>
                <a:lnTo>
                  <a:pt x="1464" y="32"/>
                </a:lnTo>
                <a:lnTo>
                  <a:pt x="1574" y="14"/>
                </a:lnTo>
                <a:lnTo>
                  <a:pt x="1686" y="5"/>
                </a:lnTo>
                <a:lnTo>
                  <a:pt x="1799" y="0"/>
                </a:lnTo>
                <a:close/>
              </a:path>
            </a:pathLst>
          </a:custGeom>
          <a:solidFill>
            <a:schemeClr val="accent1"/>
          </a:solidFill>
          <a:ln w="0">
            <a:noFill/>
            <a:prstDash val="solid"/>
            <a:round/>
            <a:headEnd/>
            <a:tailEnd/>
          </a:ln>
        </p:spPr>
        <p:txBody>
          <a:bodyPr/>
          <a:lstStyle/>
          <a:p>
            <a:endParaRPr lang="en-AU"/>
          </a:p>
        </p:txBody>
      </p:sp>
      <p:sp>
        <p:nvSpPr>
          <p:cNvPr id="2" name="Title 1"/>
          <p:cNvSpPr>
            <a:spLocks noGrp="1"/>
          </p:cNvSpPr>
          <p:nvPr>
            <p:ph type="title"/>
          </p:nvPr>
        </p:nvSpPr>
        <p:spPr>
          <a:xfrm>
            <a:off x="1947673" y="2571722"/>
            <a:ext cx="8296654" cy="3286153"/>
          </a:xfrm>
        </p:spPr>
        <p:txBody>
          <a:bodyPr anchor="t">
            <a:normAutofit/>
          </a:bodyPr>
          <a:lstStyle>
            <a:lvl1pPr>
              <a:lnSpc>
                <a:spcPct val="85000"/>
              </a:lnSpc>
              <a:defRPr sz="7700" cap="all" baseline="0">
                <a:solidFill>
                  <a:schemeClr val="accent1"/>
                </a:solidFill>
              </a:defRPr>
            </a:lvl1pPr>
          </a:lstStyle>
          <a:p>
            <a:r>
              <a:rPr lang="en-US"/>
              <a:t>Click to edit Master title style</a:t>
            </a:r>
            <a:endParaRPr lang="en-US" dirty="0"/>
          </a:p>
        </p:txBody>
      </p:sp>
      <p:sp>
        <p:nvSpPr>
          <p:cNvPr id="3" name="Text Placeholder 2"/>
          <p:cNvSpPr>
            <a:spLocks noGrp="1"/>
          </p:cNvSpPr>
          <p:nvPr>
            <p:ph type="body" idx="1"/>
          </p:nvPr>
        </p:nvSpPr>
        <p:spPr>
          <a:xfrm>
            <a:off x="1947673" y="1393748"/>
            <a:ext cx="8401429" cy="819150"/>
          </a:xfrm>
        </p:spPr>
        <p:txBody>
          <a:bodyPr anchor="ctr">
            <a:normAutofit/>
          </a:bodyPr>
          <a:lstStyle>
            <a:lvl1pPr marL="0" indent="0" algn="r">
              <a:lnSpc>
                <a:spcPct val="113000"/>
              </a:lnSpc>
              <a:spcBef>
                <a:spcPts val="0"/>
              </a:spcBef>
              <a:buNone/>
              <a:defRPr sz="2000" b="0" i="1" baseline="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a:xfrm>
            <a:off x="8742955" y="6314439"/>
            <a:ext cx="1596622" cy="365125"/>
          </a:xfrm>
        </p:spPr>
        <p:txBody>
          <a:bodyPr/>
          <a:lstStyle>
            <a:lvl1pPr>
              <a:defRPr sz="1200">
                <a:solidFill>
                  <a:schemeClr val="accent1"/>
                </a:solidFill>
              </a:defRPr>
            </a:lvl1pPr>
          </a:lstStyle>
          <a:p>
            <a:fld id="{6FF4C0AC-8F00-4C36-BECA-59F9CAB32155}" type="datetimeFigureOut">
              <a:rPr lang="en-AU" smtClean="0"/>
              <a:t>26/10/2025</a:t>
            </a:fld>
            <a:endParaRPr lang="en-AU"/>
          </a:p>
        </p:txBody>
      </p:sp>
      <p:sp>
        <p:nvSpPr>
          <p:cNvPr id="5" name="Footer Placeholder 4"/>
          <p:cNvSpPr>
            <a:spLocks noGrp="1"/>
          </p:cNvSpPr>
          <p:nvPr>
            <p:ph type="ftr" sz="quarter" idx="11"/>
          </p:nvPr>
        </p:nvSpPr>
        <p:spPr>
          <a:xfrm>
            <a:off x="1947673" y="6314440"/>
            <a:ext cx="6480226" cy="365125"/>
          </a:xfrm>
        </p:spPr>
        <p:txBody>
          <a:bodyPr/>
          <a:lstStyle>
            <a:lvl1pPr>
              <a:defRPr b="0">
                <a:solidFill>
                  <a:schemeClr val="accent1"/>
                </a:solidFill>
              </a:defRPr>
            </a:lvl1pPr>
          </a:lstStyle>
          <a:p>
            <a:endParaRPr lang="en-AU"/>
          </a:p>
        </p:txBody>
      </p:sp>
      <p:sp>
        <p:nvSpPr>
          <p:cNvPr id="6" name="Slide Number Placeholder 5"/>
          <p:cNvSpPr>
            <a:spLocks noGrp="1"/>
          </p:cNvSpPr>
          <p:nvPr>
            <p:ph type="sldNum" sz="quarter" idx="12"/>
          </p:nvPr>
        </p:nvSpPr>
        <p:spPr>
          <a:xfrm>
            <a:off x="11784011" y="1620760"/>
            <a:ext cx="407988" cy="365125"/>
          </a:xfrm>
        </p:spPr>
        <p:txBody>
          <a:bodyPr/>
          <a:lstStyle>
            <a:lvl1pPr>
              <a:defRPr>
                <a:solidFill>
                  <a:schemeClr val="bg2"/>
                </a:solidFill>
              </a:defRPr>
            </a:lvl1pPr>
          </a:lstStyle>
          <a:p>
            <a:fld id="{FA146F22-928D-4C3B-8A28-BBB0702861D3}" type="slidenum">
              <a:rPr lang="en-AU" smtClean="0"/>
              <a:t>‹#›</a:t>
            </a:fld>
            <a:endParaRPr lang="en-AU"/>
          </a:p>
        </p:txBody>
      </p:sp>
      <p:cxnSp>
        <p:nvCxnSpPr>
          <p:cNvPr id="10" name="Straight Connector 9" title="Horizontal Rule Line"/>
          <p:cNvCxnSpPr/>
          <p:nvPr/>
        </p:nvCxnSpPr>
        <p:spPr>
          <a:xfrm flipH="1">
            <a:off x="1" y="6178167"/>
            <a:ext cx="10244326"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1389599"/>
      </p:ext>
    </p:extLst>
  </p:cSld>
  <p:clrMapOvr>
    <a:masterClrMapping/>
  </p:clrMapOvr>
  <p:extLst>
    <p:ext uri="{DCECCB84-F9BA-43D5-87BE-67443E8EF086}">
      <p15:sldGuideLst xmlns:p15="http://schemas.microsoft.com/office/powerpoint/2012/main">
        <p15:guide id="1" pos="6456">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5181600" y="540628"/>
            <a:ext cx="6248400" cy="2488946"/>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181600" y="3712467"/>
            <a:ext cx="6248400" cy="248222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FF4C0AC-8F00-4C36-BECA-59F9CAB32155}" type="datetimeFigureOut">
              <a:rPr lang="en-AU" smtClean="0"/>
              <a:t>26/10/2025</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FA146F22-928D-4C3B-8A28-BBB0702861D3}" type="slidenum">
              <a:rPr lang="en-AU" smtClean="0"/>
              <a:t>‹#›</a:t>
            </a:fld>
            <a:endParaRPr lang="en-AU"/>
          </a:p>
        </p:txBody>
      </p:sp>
    </p:spTree>
    <p:extLst>
      <p:ext uri="{BB962C8B-B14F-4D97-AF65-F5344CB8AC3E}">
        <p14:creationId xmlns:p14="http://schemas.microsoft.com/office/powerpoint/2010/main" val="89122798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762000" y="557784"/>
            <a:ext cx="3831336" cy="4956048"/>
          </a:xfrm>
        </p:spPr>
        <p:txBody>
          <a:bodyPr/>
          <a:lstStyle/>
          <a:p>
            <a:r>
              <a:rPr lang="en-US"/>
              <a:t>Click to edit Master title style</a:t>
            </a:r>
            <a:endParaRPr lang="en-US" dirty="0"/>
          </a:p>
        </p:txBody>
      </p:sp>
      <p:sp>
        <p:nvSpPr>
          <p:cNvPr id="3" name="Text Placeholder 2"/>
          <p:cNvSpPr>
            <a:spLocks noGrp="1"/>
          </p:cNvSpPr>
          <p:nvPr>
            <p:ph type="body" idx="1"/>
          </p:nvPr>
        </p:nvSpPr>
        <p:spPr>
          <a:xfrm>
            <a:off x="5181600" y="558065"/>
            <a:ext cx="6245352" cy="914400"/>
          </a:xfrm>
        </p:spPr>
        <p:txBody>
          <a:bodyPr anchor="b">
            <a:normAutofit/>
          </a:bodyPr>
          <a:lstStyle>
            <a:lvl1pPr marL="0" indent="0">
              <a:lnSpc>
                <a:spcPct val="113000"/>
              </a:lnSpc>
              <a:spcBef>
                <a:spcPts val="0"/>
              </a:spcBef>
              <a:buNone/>
              <a:defRPr sz="2400" b="0" i="1" baseline="0">
                <a:solidFill>
                  <a:schemeClr val="tx1">
                    <a:lumMod val="85000"/>
                    <a:lumOff val="1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5181600" y="1526671"/>
            <a:ext cx="6245352" cy="175564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181600" y="3700826"/>
            <a:ext cx="6248400" cy="914400"/>
          </a:xfrm>
        </p:spPr>
        <p:txBody>
          <a:bodyPr anchor="b">
            <a:normAutofit/>
          </a:bodyPr>
          <a:lstStyle>
            <a:lvl1pPr marL="0" indent="0">
              <a:buNone/>
              <a:defRPr sz="2400" b="0" i="1" baseline="0">
                <a:solidFill>
                  <a:schemeClr val="tx1">
                    <a:lumMod val="85000"/>
                    <a:lumOff val="1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5181600" y="4669432"/>
            <a:ext cx="6245352" cy="175564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FF4C0AC-8F00-4C36-BECA-59F9CAB32155}" type="datetimeFigureOut">
              <a:rPr lang="en-AU" smtClean="0"/>
              <a:t>26/10/2025</a:t>
            </a:fld>
            <a:endParaRPr lang="en-AU"/>
          </a:p>
        </p:txBody>
      </p:sp>
      <p:sp>
        <p:nvSpPr>
          <p:cNvPr id="8" name="Footer Placeholder 7"/>
          <p:cNvSpPr>
            <a:spLocks noGrp="1"/>
          </p:cNvSpPr>
          <p:nvPr>
            <p:ph type="ftr" sz="quarter" idx="11"/>
          </p:nvPr>
        </p:nvSpPr>
        <p:spPr/>
        <p:txBody>
          <a:bodyPr/>
          <a:lstStyle/>
          <a:p>
            <a:endParaRPr lang="en-AU"/>
          </a:p>
        </p:txBody>
      </p:sp>
      <p:sp>
        <p:nvSpPr>
          <p:cNvPr id="9" name="Slide Number Placeholder 8"/>
          <p:cNvSpPr>
            <a:spLocks noGrp="1"/>
          </p:cNvSpPr>
          <p:nvPr>
            <p:ph type="sldNum" sz="quarter" idx="12"/>
          </p:nvPr>
        </p:nvSpPr>
        <p:spPr/>
        <p:txBody>
          <a:bodyPr/>
          <a:lstStyle/>
          <a:p>
            <a:fld id="{FA146F22-928D-4C3B-8A28-BBB0702861D3}" type="slidenum">
              <a:rPr lang="en-AU" smtClean="0"/>
              <a:t>‹#›</a:t>
            </a:fld>
            <a:endParaRPr lang="en-AU"/>
          </a:p>
        </p:txBody>
      </p:sp>
    </p:spTree>
    <p:extLst>
      <p:ext uri="{BB962C8B-B14F-4D97-AF65-F5344CB8AC3E}">
        <p14:creationId xmlns:p14="http://schemas.microsoft.com/office/powerpoint/2010/main" val="43636428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FF4C0AC-8F00-4C36-BECA-59F9CAB32155}" type="datetimeFigureOut">
              <a:rPr lang="en-AU" smtClean="0"/>
              <a:t>26/10/2025</a:t>
            </a:fld>
            <a:endParaRPr lang="en-AU"/>
          </a:p>
        </p:txBody>
      </p:sp>
      <p:sp>
        <p:nvSpPr>
          <p:cNvPr id="4" name="Footer Placeholder 3"/>
          <p:cNvSpPr>
            <a:spLocks noGrp="1"/>
          </p:cNvSpPr>
          <p:nvPr>
            <p:ph type="ftr" sz="quarter" idx="11"/>
          </p:nvPr>
        </p:nvSpPr>
        <p:spPr/>
        <p:txBody>
          <a:bodyPr/>
          <a:lstStyle/>
          <a:p>
            <a:endParaRPr lang="en-AU"/>
          </a:p>
        </p:txBody>
      </p:sp>
      <p:sp>
        <p:nvSpPr>
          <p:cNvPr id="5" name="Slide Number Placeholder 4"/>
          <p:cNvSpPr>
            <a:spLocks noGrp="1"/>
          </p:cNvSpPr>
          <p:nvPr>
            <p:ph type="sldNum" sz="quarter" idx="12"/>
          </p:nvPr>
        </p:nvSpPr>
        <p:spPr/>
        <p:txBody>
          <a:bodyPr/>
          <a:lstStyle/>
          <a:p>
            <a:fld id="{FA146F22-928D-4C3B-8A28-BBB0702861D3}" type="slidenum">
              <a:rPr lang="en-AU" smtClean="0"/>
              <a:t>‹#›</a:t>
            </a:fld>
            <a:endParaRPr lang="en-AU"/>
          </a:p>
        </p:txBody>
      </p:sp>
    </p:spTree>
    <p:extLst>
      <p:ext uri="{BB962C8B-B14F-4D97-AF65-F5344CB8AC3E}">
        <p14:creationId xmlns:p14="http://schemas.microsoft.com/office/powerpoint/2010/main" val="68004278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FF4C0AC-8F00-4C36-BECA-59F9CAB32155}" type="datetimeFigureOut">
              <a:rPr lang="en-AU" smtClean="0"/>
              <a:t>26/10/2025</a:t>
            </a:fld>
            <a:endParaRPr lang="en-AU"/>
          </a:p>
        </p:txBody>
      </p:sp>
      <p:sp>
        <p:nvSpPr>
          <p:cNvPr id="3" name="Footer Placeholder 2"/>
          <p:cNvSpPr>
            <a:spLocks noGrp="1"/>
          </p:cNvSpPr>
          <p:nvPr>
            <p:ph type="ftr" sz="quarter" idx="11"/>
          </p:nvPr>
        </p:nvSpPr>
        <p:spPr/>
        <p:txBody>
          <a:bodyPr/>
          <a:lstStyle/>
          <a:p>
            <a:endParaRPr lang="en-AU"/>
          </a:p>
        </p:txBody>
      </p:sp>
      <p:sp>
        <p:nvSpPr>
          <p:cNvPr id="4" name="Slide Number Placeholder 3"/>
          <p:cNvSpPr>
            <a:spLocks noGrp="1"/>
          </p:cNvSpPr>
          <p:nvPr>
            <p:ph type="sldNum" sz="quarter" idx="12"/>
          </p:nvPr>
        </p:nvSpPr>
        <p:spPr/>
        <p:txBody>
          <a:bodyPr/>
          <a:lstStyle/>
          <a:p>
            <a:fld id="{FA146F22-928D-4C3B-8A28-BBB0702861D3}" type="slidenum">
              <a:rPr lang="en-AU" smtClean="0"/>
              <a:t>‹#›</a:t>
            </a:fld>
            <a:endParaRPr lang="en-AU"/>
          </a:p>
        </p:txBody>
      </p:sp>
    </p:spTree>
    <p:extLst>
      <p:ext uri="{BB962C8B-B14F-4D97-AF65-F5344CB8AC3E}">
        <p14:creationId xmlns:p14="http://schemas.microsoft.com/office/powerpoint/2010/main" val="1315642860"/>
      </p:ext>
    </p:extLst>
  </p:cSld>
  <p:clrMapOvr>
    <a:masterClrMapping/>
  </p:clrMapOvr>
  <p:extLst>
    <p:ext uri="{DCECCB84-F9BA-43D5-87BE-67443E8EF086}">
      <p15:sldGuideLst xmlns:p15="http://schemas.microsoft.com/office/powerpoint/2012/main"/>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62000" y="555479"/>
            <a:ext cx="3838776" cy="1921022"/>
          </a:xfrm>
        </p:spPr>
        <p:txBody>
          <a:bodyPr anchor="t">
            <a:noAutofit/>
          </a:bodyPr>
          <a:lstStyle>
            <a:lvl1pPr>
              <a:lnSpc>
                <a:spcPct val="93000"/>
              </a:lnSpc>
              <a:defRPr sz="4000"/>
            </a:lvl1pPr>
          </a:lstStyle>
          <a:p>
            <a:r>
              <a:rPr lang="en-US"/>
              <a:t>Click to edit Master title style</a:t>
            </a:r>
            <a:endParaRPr lang="en-US" dirty="0"/>
          </a:p>
        </p:txBody>
      </p:sp>
      <p:sp>
        <p:nvSpPr>
          <p:cNvPr id="3" name="Content Placeholder 2"/>
          <p:cNvSpPr>
            <a:spLocks noGrp="1"/>
          </p:cNvSpPr>
          <p:nvPr>
            <p:ph idx="1"/>
          </p:nvPr>
        </p:nvSpPr>
        <p:spPr>
          <a:xfrm>
            <a:off x="5181600" y="564147"/>
            <a:ext cx="6248400" cy="5622644"/>
          </a:xfrm>
        </p:spPr>
        <p:txBody>
          <a:bodyPr/>
          <a:lstStyle>
            <a:lvl1pPr>
              <a:lnSpc>
                <a:spcPct val="112000"/>
              </a:lnSpc>
              <a:defRPr sz="2000"/>
            </a:lvl1pPr>
            <a:lvl2pPr>
              <a:lnSpc>
                <a:spcPct val="112000"/>
              </a:lnSpc>
              <a:defRPr sz="1800"/>
            </a:lvl2pPr>
            <a:lvl3pPr>
              <a:lnSpc>
                <a:spcPct val="112000"/>
              </a:lnSpc>
              <a:defRPr sz="1600"/>
            </a:lvl3pPr>
            <a:lvl4pPr>
              <a:lnSpc>
                <a:spcPct val="112000"/>
              </a:lnSpc>
              <a:defRPr sz="1400"/>
            </a:lvl4pPr>
            <a:lvl5pPr>
              <a:lnSpc>
                <a:spcPct val="112000"/>
              </a:lnSpc>
              <a:defRPr sz="1400"/>
            </a:lvl5pPr>
            <a:lvl6pPr>
              <a:defRPr sz="1400"/>
            </a:lvl6pPr>
            <a:lvl7pPr>
              <a:defRPr sz="1400"/>
            </a:lvl7pPr>
            <a:lvl8pPr>
              <a:defRPr sz="1400"/>
            </a:lvl8pPr>
            <a:lvl9pPr>
              <a:defRPr sz="14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62000" y="2621512"/>
            <a:ext cx="3838776" cy="3239537"/>
          </a:xfrm>
        </p:spPr>
        <p:txBody>
          <a:bodyPr/>
          <a:lstStyle>
            <a:lvl1pPr marL="0" indent="0" algn="r">
              <a:lnSpc>
                <a:spcPct val="125000"/>
              </a:lnSpc>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6FF4C0AC-8F00-4C36-BECA-59F9CAB32155}" type="datetimeFigureOut">
              <a:rPr lang="en-AU" smtClean="0"/>
              <a:t>26/10/2025</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FA146F22-928D-4C3B-8A28-BBB0702861D3}" type="slidenum">
              <a:rPr lang="en-AU" smtClean="0"/>
              <a:t>‹#›</a:t>
            </a:fld>
            <a:endParaRPr lang="en-AU"/>
          </a:p>
        </p:txBody>
      </p:sp>
    </p:spTree>
    <p:extLst>
      <p:ext uri="{BB962C8B-B14F-4D97-AF65-F5344CB8AC3E}">
        <p14:creationId xmlns:p14="http://schemas.microsoft.com/office/powerpoint/2010/main" val="3467763449"/>
      </p:ext>
    </p:extLst>
  </p:cSld>
  <p:clrMapOvr>
    <a:masterClrMapping/>
  </p:clrMapOvr>
  <p:extLst>
    <p:ext uri="{DCECCB84-F9BA-43D5-87BE-67443E8EF086}">
      <p15:sldGuideLst xmlns:p15="http://schemas.microsoft.com/office/powerpoint/2012/main"/>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58952" y="557261"/>
            <a:ext cx="3840480" cy="1919239"/>
          </a:xfrm>
        </p:spPr>
        <p:txBody>
          <a:bodyPr anchor="t">
            <a:noAutofit/>
          </a:bodyPr>
          <a:lstStyle>
            <a:lvl1pPr>
              <a:lnSpc>
                <a:spcPct val="93000"/>
              </a:lnSpc>
              <a:defRPr sz="4000"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5257800" y="0"/>
            <a:ext cx="6172200" cy="6857999"/>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758952" y="2621512"/>
            <a:ext cx="3840480" cy="3236976"/>
          </a:xfrm>
        </p:spPr>
        <p:txBody>
          <a:bodyPr/>
          <a:lstStyle>
            <a:lvl1pPr marL="0" indent="0" algn="r">
              <a:lnSpc>
                <a:spcPct val="125000"/>
              </a:lnSpc>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6FF4C0AC-8F00-4C36-BECA-59F9CAB32155}" type="datetimeFigureOut">
              <a:rPr lang="en-AU" smtClean="0"/>
              <a:t>26/10/2025</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FA146F22-928D-4C3B-8A28-BBB0702861D3}" type="slidenum">
              <a:rPr lang="en-AU" smtClean="0"/>
              <a:t>‹#›</a:t>
            </a:fld>
            <a:endParaRPr lang="en-AU"/>
          </a:p>
        </p:txBody>
      </p:sp>
    </p:spTree>
    <p:extLst>
      <p:ext uri="{BB962C8B-B14F-4D97-AF65-F5344CB8AC3E}">
        <p14:creationId xmlns:p14="http://schemas.microsoft.com/office/powerpoint/2010/main" val="294997707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5181600" y="640080"/>
            <a:ext cx="6248398" cy="5584142"/>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FF4C0AC-8F00-4C36-BECA-59F9CAB32155}" type="datetimeFigureOut">
              <a:rPr lang="en-AU" smtClean="0"/>
              <a:t>26/10/2025</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FA146F22-928D-4C3B-8A28-BBB0702861D3}" type="slidenum">
              <a:rPr lang="en-AU" smtClean="0"/>
              <a:t>‹#›</a:t>
            </a:fld>
            <a:endParaRPr lang="en-AU"/>
          </a:p>
        </p:txBody>
      </p:sp>
    </p:spTree>
    <p:extLst>
      <p:ext uri="{BB962C8B-B14F-4D97-AF65-F5344CB8AC3E}">
        <p14:creationId xmlns:p14="http://schemas.microsoft.com/office/powerpoint/2010/main" val="400685084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12" name="Freeform 6" title="Page Number Shape"/>
          <p:cNvSpPr/>
          <p:nvPr/>
        </p:nvSpPr>
        <p:spPr bwMode="auto">
          <a:xfrm>
            <a:off x="11784011" y="5380580"/>
            <a:ext cx="407988" cy="819150"/>
          </a:xfrm>
          <a:custGeom>
            <a:avLst/>
            <a:gdLst/>
            <a:ahLst/>
            <a:cxnLst/>
            <a:rect l="0" t="0" r="r" b="b"/>
            <a:pathLst>
              <a:path w="1799" h="3612">
                <a:moveTo>
                  <a:pt x="1799" y="0"/>
                </a:moveTo>
                <a:lnTo>
                  <a:pt x="1799" y="3612"/>
                </a:lnTo>
                <a:lnTo>
                  <a:pt x="1686" y="3609"/>
                </a:lnTo>
                <a:lnTo>
                  <a:pt x="1574" y="3598"/>
                </a:lnTo>
                <a:lnTo>
                  <a:pt x="1464" y="3581"/>
                </a:lnTo>
                <a:lnTo>
                  <a:pt x="1357" y="3557"/>
                </a:lnTo>
                <a:lnTo>
                  <a:pt x="1251" y="3527"/>
                </a:lnTo>
                <a:lnTo>
                  <a:pt x="1150" y="3490"/>
                </a:lnTo>
                <a:lnTo>
                  <a:pt x="1050" y="3448"/>
                </a:lnTo>
                <a:lnTo>
                  <a:pt x="953" y="3401"/>
                </a:lnTo>
                <a:lnTo>
                  <a:pt x="860" y="3347"/>
                </a:lnTo>
                <a:lnTo>
                  <a:pt x="771" y="3289"/>
                </a:lnTo>
                <a:lnTo>
                  <a:pt x="686" y="3224"/>
                </a:lnTo>
                <a:lnTo>
                  <a:pt x="604" y="3156"/>
                </a:lnTo>
                <a:lnTo>
                  <a:pt x="527" y="3083"/>
                </a:lnTo>
                <a:lnTo>
                  <a:pt x="454" y="3005"/>
                </a:lnTo>
                <a:lnTo>
                  <a:pt x="386" y="2923"/>
                </a:lnTo>
                <a:lnTo>
                  <a:pt x="323" y="2838"/>
                </a:lnTo>
                <a:lnTo>
                  <a:pt x="265" y="2748"/>
                </a:lnTo>
                <a:lnTo>
                  <a:pt x="211" y="2655"/>
                </a:lnTo>
                <a:lnTo>
                  <a:pt x="163" y="2559"/>
                </a:lnTo>
                <a:lnTo>
                  <a:pt x="121" y="2459"/>
                </a:lnTo>
                <a:lnTo>
                  <a:pt x="85" y="2356"/>
                </a:lnTo>
                <a:lnTo>
                  <a:pt x="55" y="2251"/>
                </a:lnTo>
                <a:lnTo>
                  <a:pt x="32" y="2143"/>
                </a:lnTo>
                <a:lnTo>
                  <a:pt x="14" y="2033"/>
                </a:lnTo>
                <a:lnTo>
                  <a:pt x="4" y="1920"/>
                </a:lnTo>
                <a:lnTo>
                  <a:pt x="0" y="1806"/>
                </a:lnTo>
                <a:lnTo>
                  <a:pt x="4" y="1692"/>
                </a:lnTo>
                <a:lnTo>
                  <a:pt x="14" y="1580"/>
                </a:lnTo>
                <a:lnTo>
                  <a:pt x="32" y="1469"/>
                </a:lnTo>
                <a:lnTo>
                  <a:pt x="55" y="1362"/>
                </a:lnTo>
                <a:lnTo>
                  <a:pt x="85" y="1256"/>
                </a:lnTo>
                <a:lnTo>
                  <a:pt x="121" y="1154"/>
                </a:lnTo>
                <a:lnTo>
                  <a:pt x="163" y="1054"/>
                </a:lnTo>
                <a:lnTo>
                  <a:pt x="211" y="958"/>
                </a:lnTo>
                <a:lnTo>
                  <a:pt x="265" y="864"/>
                </a:lnTo>
                <a:lnTo>
                  <a:pt x="323" y="774"/>
                </a:lnTo>
                <a:lnTo>
                  <a:pt x="386" y="689"/>
                </a:lnTo>
                <a:lnTo>
                  <a:pt x="454" y="607"/>
                </a:lnTo>
                <a:lnTo>
                  <a:pt x="527" y="529"/>
                </a:lnTo>
                <a:lnTo>
                  <a:pt x="604" y="456"/>
                </a:lnTo>
                <a:lnTo>
                  <a:pt x="686" y="388"/>
                </a:lnTo>
                <a:lnTo>
                  <a:pt x="771" y="325"/>
                </a:lnTo>
                <a:lnTo>
                  <a:pt x="860" y="266"/>
                </a:lnTo>
                <a:lnTo>
                  <a:pt x="953" y="212"/>
                </a:lnTo>
                <a:lnTo>
                  <a:pt x="1050" y="164"/>
                </a:lnTo>
                <a:lnTo>
                  <a:pt x="1150" y="122"/>
                </a:lnTo>
                <a:lnTo>
                  <a:pt x="1251" y="85"/>
                </a:lnTo>
                <a:lnTo>
                  <a:pt x="1357" y="55"/>
                </a:lnTo>
                <a:lnTo>
                  <a:pt x="1464" y="32"/>
                </a:lnTo>
                <a:lnTo>
                  <a:pt x="1574" y="14"/>
                </a:lnTo>
                <a:lnTo>
                  <a:pt x="1686" y="5"/>
                </a:lnTo>
                <a:lnTo>
                  <a:pt x="1799" y="0"/>
                </a:lnTo>
                <a:close/>
              </a:path>
            </a:pathLst>
          </a:custGeom>
          <a:solidFill>
            <a:schemeClr val="accent1"/>
          </a:solidFill>
          <a:ln w="0">
            <a:noFill/>
            <a:prstDash val="solid"/>
            <a:round/>
            <a:headEnd/>
            <a:tailEnd/>
          </a:ln>
        </p:spPr>
      </p:sp>
      <p:sp>
        <p:nvSpPr>
          <p:cNvPr id="2" name="Vertical Title 1"/>
          <p:cNvSpPr>
            <a:spLocks noGrp="1"/>
          </p:cNvSpPr>
          <p:nvPr>
            <p:ph type="title" orient="vert"/>
          </p:nvPr>
        </p:nvSpPr>
        <p:spPr>
          <a:xfrm>
            <a:off x="7990765" y="642931"/>
            <a:ext cx="2446670" cy="4678106"/>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838200" y="642932"/>
            <a:ext cx="7070678" cy="4678105"/>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6536187" y="5927131"/>
            <a:ext cx="3814856" cy="365125"/>
          </a:xfrm>
        </p:spPr>
        <p:txBody>
          <a:bodyPr/>
          <a:lstStyle/>
          <a:p>
            <a:fld id="{6FF4C0AC-8F00-4C36-BECA-59F9CAB32155}" type="datetimeFigureOut">
              <a:rPr lang="en-AU" smtClean="0"/>
              <a:t>26/10/2025</a:t>
            </a:fld>
            <a:endParaRPr lang="en-AU"/>
          </a:p>
        </p:txBody>
      </p:sp>
      <p:sp>
        <p:nvSpPr>
          <p:cNvPr id="5" name="Footer Placeholder 4"/>
          <p:cNvSpPr>
            <a:spLocks noGrp="1"/>
          </p:cNvSpPr>
          <p:nvPr>
            <p:ph type="ftr" sz="quarter" idx="11"/>
          </p:nvPr>
        </p:nvSpPr>
        <p:spPr>
          <a:xfrm>
            <a:off x="6536187" y="6315949"/>
            <a:ext cx="3814856" cy="365125"/>
          </a:xfrm>
        </p:spPr>
        <p:txBody>
          <a:bodyPr/>
          <a:lstStyle/>
          <a:p>
            <a:endParaRPr lang="en-AU"/>
          </a:p>
        </p:txBody>
      </p:sp>
      <p:sp>
        <p:nvSpPr>
          <p:cNvPr id="6" name="Slide Number Placeholder 5"/>
          <p:cNvSpPr>
            <a:spLocks noGrp="1"/>
          </p:cNvSpPr>
          <p:nvPr>
            <p:ph type="sldNum" sz="quarter" idx="12"/>
          </p:nvPr>
        </p:nvSpPr>
        <p:spPr>
          <a:xfrm>
            <a:off x="11784011" y="5607592"/>
            <a:ext cx="407988" cy="365125"/>
          </a:xfrm>
        </p:spPr>
        <p:txBody>
          <a:bodyPr/>
          <a:lstStyle/>
          <a:p>
            <a:fld id="{FA146F22-928D-4C3B-8A28-BBB0702861D3}" type="slidenum">
              <a:rPr lang="en-AU" smtClean="0"/>
              <a:t>‹#›</a:t>
            </a:fld>
            <a:endParaRPr lang="en-AU"/>
          </a:p>
        </p:txBody>
      </p:sp>
      <p:cxnSp>
        <p:nvCxnSpPr>
          <p:cNvPr id="13" name="Straight Connector 12" title="Horizontal Rule Line"/>
          <p:cNvCxnSpPr/>
          <p:nvPr/>
        </p:nvCxnSpPr>
        <p:spPr>
          <a:xfrm>
            <a:off x="0" y="6199730"/>
            <a:ext cx="10260011"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09446015"/>
      </p:ext>
    </p:extLst>
  </p:cSld>
  <p:clrMapOvr>
    <a:masterClrMapping/>
  </p:clrMapOvr>
  <p:extLst>
    <p:ext uri="{DCECCB84-F9BA-43D5-87BE-67443E8EF086}">
      <p15:sldGuideLst xmlns:p15="http://schemas.microsoft.com/office/powerpoint/2012/main">
        <p15:guide id="1" pos="6456">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Presentation Title Slide">
    <p:bg>
      <p:bgPr>
        <a:solidFill>
          <a:schemeClr val="bg1"/>
        </a:solidFill>
        <a:effectLst/>
      </p:bgPr>
    </p:bg>
    <p:spTree>
      <p:nvGrpSpPr>
        <p:cNvPr id="1" name=""/>
        <p:cNvGrpSpPr/>
        <p:nvPr/>
      </p:nvGrpSpPr>
      <p:grpSpPr>
        <a:xfrm>
          <a:off x="0" y="0"/>
          <a:ext cx="0" cy="0"/>
          <a:chOff x="0" y="0"/>
          <a:chExt cx="0" cy="0"/>
        </a:xfrm>
      </p:grpSpPr>
      <p:sp>
        <p:nvSpPr>
          <p:cNvPr id="20" name="Title Placeholder 4"/>
          <p:cNvSpPr>
            <a:spLocks noGrp="1"/>
          </p:cNvSpPr>
          <p:nvPr>
            <p:ph type="title" hasCustomPrompt="1"/>
          </p:nvPr>
        </p:nvSpPr>
        <p:spPr>
          <a:xfrm>
            <a:off x="888815" y="3675951"/>
            <a:ext cx="10411032" cy="707216"/>
          </a:xfrm>
          <a:prstGeom prst="rect">
            <a:avLst/>
          </a:prstGeom>
          <a:ln w="57150">
            <a:noFill/>
          </a:ln>
        </p:spPr>
        <p:txBody>
          <a:bodyPr vert="horz" lIns="91440" tIns="45720" rIns="91440" bIns="45720" rtlCol="0" anchor="ctr" anchorCtr="0">
            <a:noAutofit/>
          </a:bodyPr>
          <a:lstStyle>
            <a:lvl1pPr algn="ctr">
              <a:defRPr sz="3600" b="1">
                <a:solidFill>
                  <a:srgbClr val="FDBA12"/>
                </a:solidFill>
                <a:latin typeface="Verdana" panose="020B0604030504040204" pitchFamily="34" charset="0"/>
                <a:ea typeface="Verdana" panose="020B0604030504040204" pitchFamily="34" charset="0"/>
                <a:cs typeface="Verdana" panose="020B0604030504040204" pitchFamily="34" charset="0"/>
              </a:defRPr>
            </a:lvl1pPr>
          </a:lstStyle>
          <a:p>
            <a:r>
              <a:rPr lang="en-US" dirty="0"/>
              <a:t>Presentation Title</a:t>
            </a:r>
            <a:endParaRPr lang="en-AU" dirty="0"/>
          </a:p>
        </p:txBody>
      </p:sp>
      <p:sp>
        <p:nvSpPr>
          <p:cNvPr id="21" name="Text Placeholder 2"/>
          <p:cNvSpPr>
            <a:spLocks noGrp="1"/>
          </p:cNvSpPr>
          <p:nvPr>
            <p:ph type="body" sz="quarter" idx="10" hasCustomPrompt="1"/>
          </p:nvPr>
        </p:nvSpPr>
        <p:spPr>
          <a:xfrm>
            <a:off x="888815" y="4599078"/>
            <a:ext cx="10411032" cy="999265"/>
          </a:xfrm>
          <a:prstGeom prst="rect">
            <a:avLst/>
          </a:prstGeom>
        </p:spPr>
        <p:txBody>
          <a:bodyPr/>
          <a:lstStyle>
            <a:lvl1pPr marL="0" indent="0" algn="ctr">
              <a:buFontTx/>
              <a:buNone/>
              <a:defRPr sz="2800" b="1">
                <a:solidFill>
                  <a:schemeClr val="tx1"/>
                </a:solidFill>
                <a:latin typeface="Verdana" panose="020B0604030504040204" pitchFamily="34" charset="0"/>
                <a:ea typeface="Verdana" panose="020B0604030504040204" pitchFamily="34" charset="0"/>
                <a:cs typeface="Verdana" panose="020B0604030504040204" pitchFamily="34" charset="0"/>
              </a:defRPr>
            </a:lvl1pPr>
          </a:lstStyle>
          <a:p>
            <a:pPr lvl="0"/>
            <a:r>
              <a:rPr lang="en-US" dirty="0"/>
              <a:t>Subtitle</a:t>
            </a:r>
          </a:p>
        </p:txBody>
      </p:sp>
      <p:sp>
        <p:nvSpPr>
          <p:cNvPr id="11" name="TextBox 10"/>
          <p:cNvSpPr txBox="1"/>
          <p:nvPr userDrawn="1"/>
        </p:nvSpPr>
        <p:spPr>
          <a:xfrm>
            <a:off x="9191625" y="6381750"/>
            <a:ext cx="2727029" cy="200055"/>
          </a:xfrm>
          <a:prstGeom prst="rect">
            <a:avLst/>
          </a:prstGeom>
          <a:noFill/>
        </p:spPr>
        <p:txBody>
          <a:bodyPr wrap="none" rtlCol="0">
            <a:spAutoFit/>
          </a:bodyPr>
          <a:lstStyle/>
          <a:p>
            <a:r>
              <a:rPr lang="en-AU" sz="700" dirty="0">
                <a:solidFill>
                  <a:schemeClr val="tx1"/>
                </a:solidFill>
                <a:latin typeface="Verdana" panose="020B0604030504040204" pitchFamily="34" charset="0"/>
                <a:ea typeface="Verdana" panose="020B0604030504040204" pitchFamily="34" charset="0"/>
                <a:cs typeface="Verdana" panose="020B0604030504040204" pitchFamily="34" charset="0"/>
              </a:rPr>
              <a:t>CRICOS QLD 00244B | NSW 02225M TEQSA: PRV12081</a:t>
            </a:r>
          </a:p>
        </p:txBody>
      </p:sp>
      <p:pic>
        <p:nvPicPr>
          <p:cNvPr id="8" name="Picture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948700" y="955984"/>
            <a:ext cx="6291262" cy="2432805"/>
          </a:xfrm>
          <a:prstGeom prst="rect">
            <a:avLst/>
          </a:prstGeom>
        </p:spPr>
      </p:pic>
    </p:spTree>
    <p:extLst>
      <p:ext uri="{BB962C8B-B14F-4D97-AF65-F5344CB8AC3E}">
        <p14:creationId xmlns:p14="http://schemas.microsoft.com/office/powerpoint/2010/main" val="35510756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Hero Image/Testimonial Slide">
    <p:bg>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pic>
        <p:nvPicPr>
          <p:cNvPr id="5" name="Picture 4"/>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99298" y="495576"/>
            <a:ext cx="1642769" cy="608313"/>
          </a:xfrm>
          <a:prstGeom prst="rect">
            <a:avLst/>
          </a:prstGeom>
        </p:spPr>
      </p:pic>
      <p:sp>
        <p:nvSpPr>
          <p:cNvPr id="6" name="Title Placeholder 4"/>
          <p:cNvSpPr>
            <a:spLocks noGrp="1"/>
          </p:cNvSpPr>
          <p:nvPr>
            <p:ph type="title" hasCustomPrompt="1"/>
          </p:nvPr>
        </p:nvSpPr>
        <p:spPr>
          <a:xfrm>
            <a:off x="499298" y="2088326"/>
            <a:ext cx="4171762" cy="2011234"/>
          </a:xfrm>
          <a:prstGeom prst="rect">
            <a:avLst/>
          </a:prstGeom>
          <a:solidFill>
            <a:schemeClr val="tx1">
              <a:alpha val="70000"/>
            </a:schemeClr>
          </a:solidFill>
          <a:ln w="57150">
            <a:noFill/>
          </a:ln>
        </p:spPr>
        <p:txBody>
          <a:bodyPr vert="horz" lIns="91440" tIns="45720" rIns="91440" bIns="45720" rtlCol="0" anchor="ctr" anchorCtr="0">
            <a:normAutofit/>
          </a:bodyPr>
          <a:lstStyle>
            <a:lvl1pPr algn="ctr">
              <a:defRPr sz="2800" b="1" baseline="0">
                <a:solidFill>
                  <a:schemeClr val="bg1"/>
                </a:solidFill>
                <a:latin typeface="Verdana" panose="020B0604030504040204" pitchFamily="34" charset="0"/>
                <a:ea typeface="Verdana" panose="020B0604030504040204" pitchFamily="34" charset="0"/>
                <a:cs typeface="Verdana" panose="020B0604030504040204" pitchFamily="34" charset="0"/>
              </a:defRPr>
            </a:lvl1pPr>
          </a:lstStyle>
          <a:p>
            <a:r>
              <a:rPr lang="en-US" dirty="0"/>
              <a:t>“Pull-out quote</a:t>
            </a:r>
            <a:br>
              <a:rPr lang="en-US" dirty="0"/>
            </a:br>
            <a:r>
              <a:rPr lang="en-US" dirty="0"/>
              <a:t>or testimonial”</a:t>
            </a:r>
            <a:endParaRPr lang="en-AU" dirty="0"/>
          </a:p>
        </p:txBody>
      </p:sp>
    </p:spTree>
    <p:extLst>
      <p:ext uri="{BB962C8B-B14F-4D97-AF65-F5344CB8AC3E}">
        <p14:creationId xmlns:p14="http://schemas.microsoft.com/office/powerpoint/2010/main" val="261622522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Blank Page">
    <p:spTree>
      <p:nvGrpSpPr>
        <p:cNvPr id="1" name=""/>
        <p:cNvGrpSpPr/>
        <p:nvPr/>
      </p:nvGrpSpPr>
      <p:grpSpPr>
        <a:xfrm>
          <a:off x="0" y="0"/>
          <a:ext cx="0" cy="0"/>
          <a:chOff x="0" y="0"/>
          <a:chExt cx="0" cy="0"/>
        </a:xfrm>
      </p:grpSpPr>
      <p:pic>
        <p:nvPicPr>
          <p:cNvPr id="7" name="Picture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99299" y="498373"/>
            <a:ext cx="1642768" cy="608312"/>
          </a:xfrm>
          <a:prstGeom prst="rect">
            <a:avLst/>
          </a:prstGeom>
        </p:spPr>
      </p:pic>
    </p:spTree>
    <p:extLst>
      <p:ext uri="{BB962C8B-B14F-4D97-AF65-F5344CB8AC3E}">
        <p14:creationId xmlns:p14="http://schemas.microsoft.com/office/powerpoint/2010/main" val="389769928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Content + Hero Image">
    <p:spTree>
      <p:nvGrpSpPr>
        <p:cNvPr id="1" name=""/>
        <p:cNvGrpSpPr/>
        <p:nvPr/>
      </p:nvGrpSpPr>
      <p:grpSpPr>
        <a:xfrm>
          <a:off x="0" y="0"/>
          <a:ext cx="0" cy="0"/>
          <a:chOff x="0" y="0"/>
          <a:chExt cx="0" cy="0"/>
        </a:xfrm>
      </p:grpSpPr>
      <p:sp>
        <p:nvSpPr>
          <p:cNvPr id="3" name="Text Placeholder 2"/>
          <p:cNvSpPr>
            <a:spLocks noGrp="1"/>
          </p:cNvSpPr>
          <p:nvPr>
            <p:ph type="body" sz="quarter" idx="10" hasCustomPrompt="1"/>
          </p:nvPr>
        </p:nvSpPr>
        <p:spPr>
          <a:xfrm>
            <a:off x="355599" y="2522539"/>
            <a:ext cx="6739467" cy="804861"/>
          </a:xfrm>
          <a:prstGeom prst="rect">
            <a:avLst/>
          </a:prstGeom>
        </p:spPr>
        <p:txBody>
          <a:bodyPr/>
          <a:lstStyle>
            <a:lvl1pPr>
              <a:defRPr sz="2800"/>
            </a:lvl1pPr>
          </a:lstStyle>
          <a:p>
            <a:pPr lvl="0"/>
            <a:r>
              <a:rPr lang="en-US" dirty="0"/>
              <a:t>Sub-heading</a:t>
            </a:r>
          </a:p>
        </p:txBody>
      </p:sp>
      <p:sp>
        <p:nvSpPr>
          <p:cNvPr id="5" name="Text Placeholder 4"/>
          <p:cNvSpPr>
            <a:spLocks noGrp="1"/>
          </p:cNvSpPr>
          <p:nvPr>
            <p:ph type="body" sz="quarter" idx="11" hasCustomPrompt="1"/>
          </p:nvPr>
        </p:nvSpPr>
        <p:spPr>
          <a:xfrm>
            <a:off x="355600" y="3327400"/>
            <a:ext cx="6739466" cy="3187700"/>
          </a:xfrm>
          <a:prstGeom prst="rect">
            <a:avLst/>
          </a:prstGeom>
        </p:spPr>
        <p:txBody>
          <a:bodyPr/>
          <a:lstStyle>
            <a:lvl1pPr marL="0" indent="0">
              <a:buClr>
                <a:srgbClr val="FDBA12"/>
              </a:buClr>
              <a:buFontTx/>
              <a:buNone/>
              <a:defRPr sz="2000" b="0" baseline="0"/>
            </a:lvl1pPr>
            <a:lvl2pPr marL="800100" indent="-342900">
              <a:buClr>
                <a:schemeClr val="tx1"/>
              </a:buClr>
              <a:buFont typeface="Wingdings" panose="05000000000000000000" pitchFamily="2" charset="2"/>
              <a:buChar char="§"/>
              <a:defRPr sz="1800"/>
            </a:lvl2pPr>
            <a:lvl3pPr marL="1257300" indent="-342900">
              <a:buClr>
                <a:srgbClr val="FDBA12"/>
              </a:buClr>
              <a:buFont typeface="Wingdings" panose="05000000000000000000" pitchFamily="2" charset="2"/>
              <a:buChar char="§"/>
              <a:defRPr sz="1600">
                <a:latin typeface="verdana (Body)"/>
              </a:defRPr>
            </a:lvl3pPr>
            <a:lvl4pPr marL="1657350" indent="-285750">
              <a:buClr>
                <a:schemeClr val="tx1"/>
              </a:buClr>
              <a:buFont typeface="Wingdings" panose="05000000000000000000" pitchFamily="2" charset="2"/>
              <a:buChar char="§"/>
              <a:defRPr sz="1600" baseline="0">
                <a:latin typeface="verdana (Body)"/>
              </a:defRPr>
            </a:lvl4pPr>
            <a:lvl5pPr>
              <a:defRPr>
                <a:latin typeface="verdana (Body)"/>
              </a:defRPr>
            </a:lvl5pPr>
          </a:lstStyle>
          <a:p>
            <a:pPr lvl="0"/>
            <a:r>
              <a:rPr lang="en-US" dirty="0"/>
              <a:t>Body Text</a:t>
            </a:r>
          </a:p>
          <a:p>
            <a:pPr lvl="1"/>
            <a:r>
              <a:rPr lang="en-US" dirty="0"/>
              <a:t>Second level bullet</a:t>
            </a:r>
          </a:p>
          <a:p>
            <a:pPr lvl="2"/>
            <a:r>
              <a:rPr lang="en-US" dirty="0"/>
              <a:t>Third level bullet</a:t>
            </a:r>
          </a:p>
        </p:txBody>
      </p:sp>
      <p:sp>
        <p:nvSpPr>
          <p:cNvPr id="6" name="Title Placeholder 4"/>
          <p:cNvSpPr>
            <a:spLocks noGrp="1"/>
          </p:cNvSpPr>
          <p:nvPr>
            <p:ph type="title" hasCustomPrompt="1"/>
          </p:nvPr>
        </p:nvSpPr>
        <p:spPr>
          <a:xfrm>
            <a:off x="355600" y="1748707"/>
            <a:ext cx="6739467" cy="773831"/>
          </a:xfrm>
          <a:prstGeom prst="rect">
            <a:avLst/>
          </a:prstGeom>
        </p:spPr>
        <p:txBody>
          <a:bodyPr vert="horz" lIns="91440" tIns="45720" rIns="91440" bIns="45720" rtlCol="0" anchor="t" anchorCtr="0">
            <a:normAutofit/>
          </a:bodyPr>
          <a:lstStyle>
            <a:lvl1pPr>
              <a:defRPr sz="3600">
                <a:solidFill>
                  <a:srgbClr val="FDBA12"/>
                </a:solidFill>
              </a:defRPr>
            </a:lvl1pPr>
          </a:lstStyle>
          <a:p>
            <a:r>
              <a:rPr lang="en-US" dirty="0"/>
              <a:t>Heading</a:t>
            </a:r>
            <a:endParaRPr lang="en-AU" dirty="0"/>
          </a:p>
        </p:txBody>
      </p:sp>
      <p:sp>
        <p:nvSpPr>
          <p:cNvPr id="8" name="Picture Placeholder 7"/>
          <p:cNvSpPr>
            <a:spLocks noGrp="1"/>
          </p:cNvSpPr>
          <p:nvPr>
            <p:ph type="pic" sz="quarter" idx="12"/>
          </p:nvPr>
        </p:nvSpPr>
        <p:spPr>
          <a:xfrm>
            <a:off x="7553325" y="0"/>
            <a:ext cx="4638675" cy="6858000"/>
          </a:xfrm>
          <a:prstGeom prst="rect">
            <a:avLst/>
          </a:prstGeom>
        </p:spPr>
        <p:txBody>
          <a:bodyPr/>
          <a:lstStyle>
            <a:lvl1pPr algn="ctr">
              <a:defRPr/>
            </a:lvl1pPr>
          </a:lstStyle>
          <a:p>
            <a:endParaRPr lang="en-AU" dirty="0"/>
          </a:p>
        </p:txBody>
      </p:sp>
      <p:pic>
        <p:nvPicPr>
          <p:cNvPr id="7" name="Picture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99299" y="498373"/>
            <a:ext cx="1642768" cy="608312"/>
          </a:xfrm>
          <a:prstGeom prst="rect">
            <a:avLst/>
          </a:prstGeom>
        </p:spPr>
      </p:pic>
    </p:spTree>
    <p:extLst>
      <p:ext uri="{BB962C8B-B14F-4D97-AF65-F5344CB8AC3E}">
        <p14:creationId xmlns:p14="http://schemas.microsoft.com/office/powerpoint/2010/main" val="68817517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Content + Bullet List">
    <p:spTree>
      <p:nvGrpSpPr>
        <p:cNvPr id="1" name=""/>
        <p:cNvGrpSpPr/>
        <p:nvPr/>
      </p:nvGrpSpPr>
      <p:grpSpPr>
        <a:xfrm>
          <a:off x="0" y="0"/>
          <a:ext cx="0" cy="0"/>
          <a:chOff x="0" y="0"/>
          <a:chExt cx="0" cy="0"/>
        </a:xfrm>
      </p:grpSpPr>
      <p:sp>
        <p:nvSpPr>
          <p:cNvPr id="9" name="Content Placeholder 8"/>
          <p:cNvSpPr>
            <a:spLocks noGrp="1"/>
          </p:cNvSpPr>
          <p:nvPr>
            <p:ph sz="quarter" idx="12" hasCustomPrompt="1"/>
          </p:nvPr>
        </p:nvSpPr>
        <p:spPr>
          <a:xfrm>
            <a:off x="7553325" y="1748707"/>
            <a:ext cx="4291012" cy="4794967"/>
          </a:xfrm>
          <a:prstGeom prst="rect">
            <a:avLst/>
          </a:prstGeom>
        </p:spPr>
        <p:txBody>
          <a:bodyPr/>
          <a:lstStyle>
            <a:lvl1pPr marL="571500" indent="-571500">
              <a:buClr>
                <a:srgbClr val="FDBA12"/>
              </a:buClr>
              <a:buFont typeface="Wingdings" panose="05000000000000000000" pitchFamily="2" charset="2"/>
              <a:buChar char="§"/>
              <a:defRPr sz="2000" baseline="0"/>
            </a:lvl1pPr>
            <a:lvl2pPr marL="800100" indent="-342900">
              <a:buFont typeface="Wingdings" panose="05000000000000000000" pitchFamily="2" charset="2"/>
              <a:buChar char="§"/>
              <a:defRPr sz="2000" baseline="0"/>
            </a:lvl2pPr>
            <a:lvl3pPr marL="1257300" indent="-342900">
              <a:buClr>
                <a:srgbClr val="FDBA12"/>
              </a:buClr>
              <a:buFont typeface="Wingdings" panose="05000000000000000000" pitchFamily="2" charset="2"/>
              <a:buChar char="§"/>
              <a:defRPr sz="1800"/>
            </a:lvl3pPr>
            <a:lvl4pPr marL="1657350" indent="-285750">
              <a:buFont typeface="Wingdings" panose="05000000000000000000" pitchFamily="2" charset="2"/>
              <a:buChar char="§"/>
              <a:defRPr sz="1600" baseline="0"/>
            </a:lvl4pPr>
            <a:lvl5pPr marL="2114550" indent="-285750">
              <a:buFont typeface="Wingdings" panose="05000000000000000000" pitchFamily="2" charset="2"/>
              <a:buChar char="§"/>
              <a:defRPr/>
            </a:lvl5pPr>
          </a:lstStyle>
          <a:p>
            <a:pPr lvl="0"/>
            <a:r>
              <a:rPr lang="en-US" dirty="0"/>
              <a:t>First Level bullet point</a:t>
            </a:r>
          </a:p>
          <a:p>
            <a:pPr lvl="1"/>
            <a:r>
              <a:rPr lang="en-US" dirty="0"/>
              <a:t>Second level bullet point</a:t>
            </a:r>
          </a:p>
          <a:p>
            <a:pPr lvl="2"/>
            <a:r>
              <a:rPr lang="en-US" dirty="0"/>
              <a:t>Third level bullet point</a:t>
            </a:r>
          </a:p>
          <a:p>
            <a:pPr lvl="3"/>
            <a:r>
              <a:rPr lang="en-US" dirty="0"/>
              <a:t>Fourth level bullet point</a:t>
            </a:r>
          </a:p>
        </p:txBody>
      </p:sp>
      <p:sp>
        <p:nvSpPr>
          <p:cNvPr id="7" name="Text Placeholder 2"/>
          <p:cNvSpPr>
            <a:spLocks noGrp="1"/>
          </p:cNvSpPr>
          <p:nvPr>
            <p:ph type="body" sz="quarter" idx="10" hasCustomPrompt="1"/>
          </p:nvPr>
        </p:nvSpPr>
        <p:spPr>
          <a:xfrm>
            <a:off x="355599" y="2522539"/>
            <a:ext cx="6739467" cy="804861"/>
          </a:xfrm>
          <a:prstGeom prst="rect">
            <a:avLst/>
          </a:prstGeom>
        </p:spPr>
        <p:txBody>
          <a:bodyPr/>
          <a:lstStyle>
            <a:lvl1pPr>
              <a:defRPr sz="2800"/>
            </a:lvl1pPr>
          </a:lstStyle>
          <a:p>
            <a:pPr lvl="0"/>
            <a:r>
              <a:rPr lang="en-US" dirty="0"/>
              <a:t>Sub-heading</a:t>
            </a:r>
          </a:p>
        </p:txBody>
      </p:sp>
      <p:sp>
        <p:nvSpPr>
          <p:cNvPr id="10" name="Title Placeholder 4"/>
          <p:cNvSpPr>
            <a:spLocks noGrp="1"/>
          </p:cNvSpPr>
          <p:nvPr>
            <p:ph type="title" hasCustomPrompt="1"/>
          </p:nvPr>
        </p:nvSpPr>
        <p:spPr>
          <a:xfrm>
            <a:off x="355600" y="1748707"/>
            <a:ext cx="6739467" cy="773831"/>
          </a:xfrm>
          <a:prstGeom prst="rect">
            <a:avLst/>
          </a:prstGeom>
        </p:spPr>
        <p:txBody>
          <a:bodyPr vert="horz" lIns="91440" tIns="45720" rIns="91440" bIns="45720" rtlCol="0" anchor="t" anchorCtr="0">
            <a:normAutofit/>
          </a:bodyPr>
          <a:lstStyle>
            <a:lvl1pPr>
              <a:defRPr sz="3600">
                <a:solidFill>
                  <a:srgbClr val="FDBA12"/>
                </a:solidFill>
              </a:defRPr>
            </a:lvl1pPr>
          </a:lstStyle>
          <a:p>
            <a:r>
              <a:rPr lang="en-US" dirty="0"/>
              <a:t>Heading</a:t>
            </a:r>
            <a:endParaRPr lang="en-AU" dirty="0"/>
          </a:p>
        </p:txBody>
      </p:sp>
      <p:pic>
        <p:nvPicPr>
          <p:cNvPr id="6" name="Picture 5"/>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99299" y="498373"/>
            <a:ext cx="1642768" cy="608312"/>
          </a:xfrm>
          <a:prstGeom prst="rect">
            <a:avLst/>
          </a:prstGeom>
        </p:spPr>
      </p:pic>
      <p:sp>
        <p:nvSpPr>
          <p:cNvPr id="11" name="Text Placeholder 4"/>
          <p:cNvSpPr>
            <a:spLocks noGrp="1"/>
          </p:cNvSpPr>
          <p:nvPr>
            <p:ph type="body" sz="quarter" idx="11" hasCustomPrompt="1"/>
          </p:nvPr>
        </p:nvSpPr>
        <p:spPr>
          <a:xfrm>
            <a:off x="355600" y="3327400"/>
            <a:ext cx="6739466" cy="3187700"/>
          </a:xfrm>
          <a:prstGeom prst="rect">
            <a:avLst/>
          </a:prstGeom>
        </p:spPr>
        <p:txBody>
          <a:bodyPr/>
          <a:lstStyle>
            <a:lvl1pPr marL="0" indent="0">
              <a:buClr>
                <a:srgbClr val="FDBA12"/>
              </a:buClr>
              <a:buFontTx/>
              <a:buNone/>
              <a:defRPr sz="2000" b="0" baseline="0"/>
            </a:lvl1pPr>
            <a:lvl2pPr marL="800100" indent="-342900">
              <a:buClr>
                <a:schemeClr val="tx1"/>
              </a:buClr>
              <a:buFont typeface="Wingdings" panose="05000000000000000000" pitchFamily="2" charset="2"/>
              <a:buChar char="§"/>
              <a:defRPr sz="1800"/>
            </a:lvl2pPr>
            <a:lvl3pPr marL="1257300" indent="-342900">
              <a:buClr>
                <a:srgbClr val="FDBA12"/>
              </a:buClr>
              <a:buFont typeface="Wingdings" panose="05000000000000000000" pitchFamily="2" charset="2"/>
              <a:buChar char="§"/>
              <a:defRPr sz="1600">
                <a:latin typeface="verdana (Body)"/>
              </a:defRPr>
            </a:lvl3pPr>
            <a:lvl4pPr marL="1657350" indent="-285750">
              <a:buClr>
                <a:schemeClr val="tx1"/>
              </a:buClr>
              <a:buFont typeface="Wingdings" panose="05000000000000000000" pitchFamily="2" charset="2"/>
              <a:buChar char="§"/>
              <a:defRPr sz="1600" baseline="0">
                <a:latin typeface="verdana (Body)"/>
              </a:defRPr>
            </a:lvl4pPr>
            <a:lvl5pPr>
              <a:defRPr>
                <a:latin typeface="verdana (Body)"/>
              </a:defRPr>
            </a:lvl5pPr>
          </a:lstStyle>
          <a:p>
            <a:pPr lvl="0"/>
            <a:r>
              <a:rPr lang="en-US" dirty="0"/>
              <a:t>Body Text</a:t>
            </a:r>
          </a:p>
          <a:p>
            <a:pPr lvl="1"/>
            <a:r>
              <a:rPr lang="en-US" dirty="0"/>
              <a:t>Second level bullet</a:t>
            </a:r>
          </a:p>
          <a:p>
            <a:pPr lvl="2"/>
            <a:r>
              <a:rPr lang="en-US" dirty="0"/>
              <a:t>Third level bullet</a:t>
            </a:r>
          </a:p>
        </p:txBody>
      </p:sp>
    </p:spTree>
    <p:extLst>
      <p:ext uri="{BB962C8B-B14F-4D97-AF65-F5344CB8AC3E}">
        <p14:creationId xmlns:p14="http://schemas.microsoft.com/office/powerpoint/2010/main" val="95968935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Content + Table/Chart">
    <p:spTree>
      <p:nvGrpSpPr>
        <p:cNvPr id="1" name=""/>
        <p:cNvGrpSpPr/>
        <p:nvPr/>
      </p:nvGrpSpPr>
      <p:grpSpPr>
        <a:xfrm>
          <a:off x="0" y="0"/>
          <a:ext cx="0" cy="0"/>
          <a:chOff x="0" y="0"/>
          <a:chExt cx="0" cy="0"/>
        </a:xfrm>
      </p:grpSpPr>
      <p:sp>
        <p:nvSpPr>
          <p:cNvPr id="4" name="Table Placeholder 3"/>
          <p:cNvSpPr>
            <a:spLocks noGrp="1"/>
          </p:cNvSpPr>
          <p:nvPr>
            <p:ph type="tbl" sz="quarter" idx="11"/>
          </p:nvPr>
        </p:nvSpPr>
        <p:spPr>
          <a:xfrm>
            <a:off x="355599" y="3791089"/>
            <a:ext cx="6739467" cy="2752586"/>
          </a:xfrm>
          <a:prstGeom prst="rect">
            <a:avLst/>
          </a:prstGeom>
          <a:noFill/>
        </p:spPr>
        <p:txBody>
          <a:bodyPr anchor="t" anchorCtr="0"/>
          <a:lstStyle/>
          <a:p>
            <a:endParaRPr lang="en-AU" dirty="0"/>
          </a:p>
        </p:txBody>
      </p:sp>
      <p:sp>
        <p:nvSpPr>
          <p:cNvPr id="9" name="Chart Placeholder 8"/>
          <p:cNvSpPr>
            <a:spLocks noGrp="1"/>
          </p:cNvSpPr>
          <p:nvPr>
            <p:ph type="chart" sz="quarter" idx="12"/>
          </p:nvPr>
        </p:nvSpPr>
        <p:spPr>
          <a:xfrm>
            <a:off x="7543800" y="1748707"/>
            <a:ext cx="4295775" cy="4794967"/>
          </a:xfrm>
          <a:prstGeom prst="rect">
            <a:avLst/>
          </a:prstGeom>
          <a:noFill/>
        </p:spPr>
        <p:txBody>
          <a:bodyPr/>
          <a:lstStyle/>
          <a:p>
            <a:endParaRPr lang="en-AU" dirty="0"/>
          </a:p>
        </p:txBody>
      </p:sp>
      <p:sp>
        <p:nvSpPr>
          <p:cNvPr id="7" name="Text Placeholder 2"/>
          <p:cNvSpPr>
            <a:spLocks noGrp="1"/>
          </p:cNvSpPr>
          <p:nvPr>
            <p:ph type="body" sz="quarter" idx="10" hasCustomPrompt="1"/>
          </p:nvPr>
        </p:nvSpPr>
        <p:spPr>
          <a:xfrm>
            <a:off x="355599" y="2522539"/>
            <a:ext cx="6739467" cy="804861"/>
          </a:xfrm>
          <a:prstGeom prst="rect">
            <a:avLst/>
          </a:prstGeom>
        </p:spPr>
        <p:txBody>
          <a:bodyPr/>
          <a:lstStyle>
            <a:lvl1pPr>
              <a:defRPr sz="2800"/>
            </a:lvl1pPr>
          </a:lstStyle>
          <a:p>
            <a:pPr lvl="0"/>
            <a:r>
              <a:rPr lang="en-US" dirty="0"/>
              <a:t>Sub-heading</a:t>
            </a:r>
          </a:p>
        </p:txBody>
      </p:sp>
      <p:sp>
        <p:nvSpPr>
          <p:cNvPr id="10" name="Title Placeholder 4"/>
          <p:cNvSpPr>
            <a:spLocks noGrp="1"/>
          </p:cNvSpPr>
          <p:nvPr>
            <p:ph type="title" hasCustomPrompt="1"/>
          </p:nvPr>
        </p:nvSpPr>
        <p:spPr>
          <a:xfrm>
            <a:off x="355600" y="1748707"/>
            <a:ext cx="6739467" cy="773831"/>
          </a:xfrm>
          <a:prstGeom prst="rect">
            <a:avLst/>
          </a:prstGeom>
        </p:spPr>
        <p:txBody>
          <a:bodyPr vert="horz" lIns="91440" tIns="45720" rIns="91440" bIns="45720" rtlCol="0" anchor="t" anchorCtr="0">
            <a:normAutofit/>
          </a:bodyPr>
          <a:lstStyle>
            <a:lvl1pPr>
              <a:defRPr sz="3600">
                <a:solidFill>
                  <a:srgbClr val="FDBA12"/>
                </a:solidFill>
              </a:defRPr>
            </a:lvl1pPr>
          </a:lstStyle>
          <a:p>
            <a:r>
              <a:rPr lang="en-US" dirty="0"/>
              <a:t>Heading</a:t>
            </a:r>
            <a:endParaRPr lang="en-AU" dirty="0"/>
          </a:p>
        </p:txBody>
      </p:sp>
      <p:pic>
        <p:nvPicPr>
          <p:cNvPr id="6" name="Picture 5"/>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99299" y="498373"/>
            <a:ext cx="1642768" cy="608312"/>
          </a:xfrm>
          <a:prstGeom prst="rect">
            <a:avLst/>
          </a:prstGeom>
        </p:spPr>
      </p:pic>
    </p:spTree>
    <p:extLst>
      <p:ext uri="{BB962C8B-B14F-4D97-AF65-F5344CB8AC3E}">
        <p14:creationId xmlns:p14="http://schemas.microsoft.com/office/powerpoint/2010/main" val="3717273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Closing Slide - Internal">
    <p:bg>
      <p:bgPr>
        <a:solidFill>
          <a:schemeClr val="bg1"/>
        </a:solidFill>
        <a:effectLst/>
      </p:bgPr>
    </p:bg>
    <p:spTree>
      <p:nvGrpSpPr>
        <p:cNvPr id="1" name=""/>
        <p:cNvGrpSpPr/>
        <p:nvPr/>
      </p:nvGrpSpPr>
      <p:grpSpPr>
        <a:xfrm>
          <a:off x="0" y="0"/>
          <a:ext cx="0" cy="0"/>
          <a:chOff x="0" y="0"/>
          <a:chExt cx="0" cy="0"/>
        </a:xfrm>
      </p:grpSpPr>
      <p:sp>
        <p:nvSpPr>
          <p:cNvPr id="18" name="Rectangle 17"/>
          <p:cNvSpPr/>
          <p:nvPr userDrawn="1"/>
        </p:nvSpPr>
        <p:spPr>
          <a:xfrm>
            <a:off x="0" y="4580467"/>
            <a:ext cx="12192000" cy="227753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pic>
        <p:nvPicPr>
          <p:cNvPr id="33" name="Picture 3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737238" y="1220602"/>
            <a:ext cx="4745753" cy="1757336"/>
          </a:xfrm>
          <a:prstGeom prst="rect">
            <a:avLst/>
          </a:prstGeom>
        </p:spPr>
      </p:pic>
      <p:sp>
        <p:nvSpPr>
          <p:cNvPr id="13" name="Text Placeholder 13"/>
          <p:cNvSpPr>
            <a:spLocks noGrp="1"/>
          </p:cNvSpPr>
          <p:nvPr>
            <p:ph type="body" sz="quarter" idx="14" hasCustomPrompt="1"/>
          </p:nvPr>
        </p:nvSpPr>
        <p:spPr>
          <a:xfrm>
            <a:off x="273653" y="4818955"/>
            <a:ext cx="11672924" cy="1715195"/>
          </a:xfrm>
          <a:prstGeom prst="rect">
            <a:avLst/>
          </a:prstGeom>
        </p:spPr>
        <p:txBody>
          <a:bodyPr anchor="ctr" anchorCtr="0"/>
          <a:lstStyle>
            <a:lvl1pPr marL="0" indent="0" algn="ctr">
              <a:buNone/>
              <a:defRPr sz="2800" baseline="0">
                <a:solidFill>
                  <a:schemeClr val="bg1"/>
                </a:solidFill>
                <a:latin typeface="Verdana" panose="020B0604030504040204" pitchFamily="34" charset="0"/>
                <a:ea typeface="Verdana" panose="020B0604030504040204" pitchFamily="34" charset="0"/>
                <a:cs typeface="Verdana" panose="020B0604030504040204" pitchFamily="34" charset="0"/>
              </a:defRPr>
            </a:lvl1pPr>
            <a:lvl2pPr marL="457200" indent="0">
              <a:buNone/>
              <a:defRPr sz="2000">
                <a:solidFill>
                  <a:schemeClr val="bg1"/>
                </a:solidFill>
                <a:latin typeface="Verdana" panose="020B0604030504040204" pitchFamily="34" charset="0"/>
                <a:ea typeface="Verdana" panose="020B0604030504040204" pitchFamily="34" charset="0"/>
                <a:cs typeface="Verdana" panose="020B0604030504040204" pitchFamily="34" charset="0"/>
              </a:defRPr>
            </a:lvl2pPr>
            <a:lvl3pPr marL="914400" indent="0">
              <a:buNone/>
              <a:defRPr sz="2000">
                <a:solidFill>
                  <a:schemeClr val="bg1"/>
                </a:solidFill>
                <a:latin typeface="Verdana" panose="020B0604030504040204" pitchFamily="34" charset="0"/>
                <a:ea typeface="Verdana" panose="020B0604030504040204" pitchFamily="34" charset="0"/>
                <a:cs typeface="Verdana" panose="020B0604030504040204" pitchFamily="34" charset="0"/>
              </a:defRPr>
            </a:lvl3pPr>
            <a:lvl4pPr marL="1371600" indent="0">
              <a:buNone/>
              <a:defRPr sz="2000">
                <a:solidFill>
                  <a:schemeClr val="bg1"/>
                </a:solidFill>
                <a:latin typeface="Verdana" panose="020B0604030504040204" pitchFamily="34" charset="0"/>
                <a:ea typeface="Verdana" panose="020B0604030504040204" pitchFamily="34" charset="0"/>
                <a:cs typeface="Verdana" panose="020B0604030504040204" pitchFamily="34" charset="0"/>
              </a:defRPr>
            </a:lvl4pPr>
            <a:lvl5pPr marL="1828800" indent="0">
              <a:buNone/>
              <a:defRPr sz="2000">
                <a:solidFill>
                  <a:schemeClr val="bg1"/>
                </a:solidFill>
                <a:latin typeface="Verdana" panose="020B0604030504040204" pitchFamily="34" charset="0"/>
                <a:ea typeface="Verdana" panose="020B0604030504040204" pitchFamily="34" charset="0"/>
                <a:cs typeface="Verdana" panose="020B0604030504040204" pitchFamily="34" charset="0"/>
              </a:defRPr>
            </a:lvl5pPr>
          </a:lstStyle>
          <a:p>
            <a:pPr lvl="0"/>
            <a:r>
              <a:rPr lang="en-AU" dirty="0"/>
              <a:t>Closing Statement</a:t>
            </a:r>
          </a:p>
        </p:txBody>
      </p:sp>
      <p:sp>
        <p:nvSpPr>
          <p:cNvPr id="6" name="TextBox 5"/>
          <p:cNvSpPr txBox="1"/>
          <p:nvPr userDrawn="1"/>
        </p:nvSpPr>
        <p:spPr>
          <a:xfrm>
            <a:off x="9344025" y="6534150"/>
            <a:ext cx="2727029" cy="200055"/>
          </a:xfrm>
          <a:prstGeom prst="rect">
            <a:avLst/>
          </a:prstGeom>
          <a:noFill/>
        </p:spPr>
        <p:txBody>
          <a:bodyPr wrap="none" rtlCol="0">
            <a:spAutoFit/>
          </a:bodyPr>
          <a:lstStyle/>
          <a:p>
            <a:r>
              <a:rPr lang="en-AU" sz="700" dirty="0">
                <a:solidFill>
                  <a:schemeClr val="bg1"/>
                </a:solidFill>
                <a:latin typeface="Verdana" panose="020B0604030504040204" pitchFamily="34" charset="0"/>
                <a:ea typeface="Verdana" panose="020B0604030504040204" pitchFamily="34" charset="0"/>
                <a:cs typeface="Verdana" panose="020B0604030504040204" pitchFamily="34" charset="0"/>
              </a:rPr>
              <a:t>CRICOS QLD 00244B | NSW 02225M TEQSA: PRV12081</a:t>
            </a:r>
          </a:p>
        </p:txBody>
      </p:sp>
    </p:spTree>
    <p:extLst>
      <p:ext uri="{BB962C8B-B14F-4D97-AF65-F5344CB8AC3E}">
        <p14:creationId xmlns:p14="http://schemas.microsoft.com/office/powerpoint/2010/main" val="367278109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userDrawn="1">
  <p:cSld name="Closing Slide - External">
    <p:bg>
      <p:bgPr>
        <a:solidFill>
          <a:schemeClr val="bg1"/>
        </a:solidFill>
        <a:effectLst/>
      </p:bgPr>
    </p:bg>
    <p:spTree>
      <p:nvGrpSpPr>
        <p:cNvPr id="1" name=""/>
        <p:cNvGrpSpPr/>
        <p:nvPr/>
      </p:nvGrpSpPr>
      <p:grpSpPr>
        <a:xfrm>
          <a:off x="0" y="0"/>
          <a:ext cx="0" cy="0"/>
          <a:chOff x="0" y="0"/>
          <a:chExt cx="0" cy="0"/>
        </a:xfrm>
      </p:grpSpPr>
      <p:sp>
        <p:nvSpPr>
          <p:cNvPr id="18" name="Rectangle 17"/>
          <p:cNvSpPr/>
          <p:nvPr userDrawn="1"/>
        </p:nvSpPr>
        <p:spPr>
          <a:xfrm>
            <a:off x="0" y="4580467"/>
            <a:ext cx="12192000" cy="227753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9" name="TextBox 18"/>
          <p:cNvSpPr txBox="1"/>
          <p:nvPr userDrawn="1"/>
        </p:nvSpPr>
        <p:spPr>
          <a:xfrm>
            <a:off x="71375" y="4821614"/>
            <a:ext cx="3061516" cy="461665"/>
          </a:xfrm>
          <a:prstGeom prst="rect">
            <a:avLst/>
          </a:prstGeom>
          <a:noFill/>
        </p:spPr>
        <p:txBody>
          <a:bodyPr wrap="square" rtlCol="0">
            <a:spAutoFit/>
          </a:bodyPr>
          <a:lstStyle/>
          <a:p>
            <a:pPr algn="ctr"/>
            <a:r>
              <a:rPr lang="en-AU" sz="2400" b="1" dirty="0">
                <a:solidFill>
                  <a:schemeClr val="bg1"/>
                </a:solidFill>
                <a:latin typeface="Verdana" panose="020B0604030504040204" pitchFamily="34" charset="0"/>
                <a:ea typeface="Verdana" panose="020B0604030504040204" pitchFamily="34" charset="0"/>
                <a:cs typeface="Verdana" panose="020B0604030504040204" pitchFamily="34" charset="0"/>
              </a:rPr>
              <a:t>Find out more:</a:t>
            </a:r>
          </a:p>
        </p:txBody>
      </p:sp>
      <p:pic>
        <p:nvPicPr>
          <p:cNvPr id="26" name="Picture 25"/>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523842" y="5963999"/>
            <a:ext cx="268082" cy="350681"/>
          </a:xfrm>
          <a:prstGeom prst="rect">
            <a:avLst/>
          </a:prstGeom>
        </p:spPr>
      </p:pic>
      <p:pic>
        <p:nvPicPr>
          <p:cNvPr id="27" name="Picture 26"/>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290741" y="5963999"/>
            <a:ext cx="303833" cy="373742"/>
          </a:xfrm>
          <a:prstGeom prst="rect">
            <a:avLst/>
          </a:prstGeom>
        </p:spPr>
      </p:pic>
      <p:pic>
        <p:nvPicPr>
          <p:cNvPr id="28" name="Picture 27"/>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290741" y="5419185"/>
            <a:ext cx="360964" cy="373742"/>
          </a:xfrm>
          <a:prstGeom prst="rect">
            <a:avLst/>
          </a:prstGeom>
        </p:spPr>
      </p:pic>
      <p:sp>
        <p:nvSpPr>
          <p:cNvPr id="29" name="Text Placeholder 13"/>
          <p:cNvSpPr>
            <a:spLocks noGrp="1"/>
          </p:cNvSpPr>
          <p:nvPr>
            <p:ph type="body" sz="quarter" idx="10"/>
          </p:nvPr>
        </p:nvSpPr>
        <p:spPr>
          <a:xfrm>
            <a:off x="792782" y="5963511"/>
            <a:ext cx="2383425" cy="570639"/>
          </a:xfrm>
          <a:prstGeom prst="rect">
            <a:avLst/>
          </a:prstGeom>
        </p:spPr>
        <p:txBody>
          <a:bodyPr/>
          <a:lstStyle>
            <a:lvl1pPr marL="0" indent="0">
              <a:buNone/>
              <a:defRPr sz="2000">
                <a:solidFill>
                  <a:schemeClr val="bg1"/>
                </a:solidFill>
                <a:latin typeface="Verdana" panose="020B0604030504040204" pitchFamily="34" charset="0"/>
                <a:ea typeface="Verdana" panose="020B0604030504040204" pitchFamily="34" charset="0"/>
                <a:cs typeface="Verdana" panose="020B0604030504040204" pitchFamily="34" charset="0"/>
              </a:defRPr>
            </a:lvl1pPr>
            <a:lvl2pPr marL="457200" indent="0">
              <a:buNone/>
              <a:defRPr sz="2000">
                <a:solidFill>
                  <a:schemeClr val="bg1"/>
                </a:solidFill>
                <a:latin typeface="Verdana" panose="020B0604030504040204" pitchFamily="34" charset="0"/>
                <a:ea typeface="Verdana" panose="020B0604030504040204" pitchFamily="34" charset="0"/>
                <a:cs typeface="Verdana" panose="020B0604030504040204" pitchFamily="34" charset="0"/>
              </a:defRPr>
            </a:lvl2pPr>
            <a:lvl3pPr marL="914400" indent="0">
              <a:buNone/>
              <a:defRPr sz="2000">
                <a:solidFill>
                  <a:schemeClr val="bg1"/>
                </a:solidFill>
                <a:latin typeface="Verdana" panose="020B0604030504040204" pitchFamily="34" charset="0"/>
                <a:ea typeface="Verdana" panose="020B0604030504040204" pitchFamily="34" charset="0"/>
                <a:cs typeface="Verdana" panose="020B0604030504040204" pitchFamily="34" charset="0"/>
              </a:defRPr>
            </a:lvl3pPr>
            <a:lvl4pPr marL="1371600" indent="0">
              <a:buNone/>
              <a:defRPr sz="2000">
                <a:solidFill>
                  <a:schemeClr val="bg1"/>
                </a:solidFill>
                <a:latin typeface="Verdana" panose="020B0604030504040204" pitchFamily="34" charset="0"/>
                <a:ea typeface="Verdana" panose="020B0604030504040204" pitchFamily="34" charset="0"/>
                <a:cs typeface="Verdana" panose="020B0604030504040204" pitchFamily="34" charset="0"/>
              </a:defRPr>
            </a:lvl4pPr>
            <a:lvl5pPr marL="1828800" indent="0">
              <a:buNone/>
              <a:defRPr sz="2000">
                <a:solidFill>
                  <a:schemeClr val="bg1"/>
                </a:solidFill>
                <a:latin typeface="Verdana" panose="020B0604030504040204" pitchFamily="34" charset="0"/>
                <a:ea typeface="Verdana" panose="020B0604030504040204" pitchFamily="34" charset="0"/>
                <a:cs typeface="Verdana" panose="020B0604030504040204" pitchFamily="34" charset="0"/>
              </a:defRPr>
            </a:lvl5pPr>
          </a:lstStyle>
          <a:p>
            <a:pPr lvl="0"/>
            <a:endParaRPr lang="en-AU" dirty="0"/>
          </a:p>
        </p:txBody>
      </p:sp>
      <p:sp>
        <p:nvSpPr>
          <p:cNvPr id="30" name="Text Placeholder 17"/>
          <p:cNvSpPr>
            <a:spLocks noGrp="1"/>
          </p:cNvSpPr>
          <p:nvPr>
            <p:ph type="body" sz="quarter" idx="12"/>
          </p:nvPr>
        </p:nvSpPr>
        <p:spPr>
          <a:xfrm>
            <a:off x="3968989" y="5973445"/>
            <a:ext cx="7949665" cy="560705"/>
          </a:xfrm>
          <a:prstGeom prst="rect">
            <a:avLst/>
          </a:prstGeom>
        </p:spPr>
        <p:txBody>
          <a:bodyPr/>
          <a:lstStyle>
            <a:lvl1pPr marL="0" indent="0">
              <a:buNone/>
              <a:defRPr sz="2000">
                <a:solidFill>
                  <a:schemeClr val="bg1"/>
                </a:solidFill>
                <a:latin typeface="Verdana" panose="020B0604030504040204" pitchFamily="34" charset="0"/>
                <a:ea typeface="Verdana" panose="020B0604030504040204" pitchFamily="34" charset="0"/>
                <a:cs typeface="Verdana" panose="020B0604030504040204" pitchFamily="34" charset="0"/>
              </a:defRPr>
            </a:lvl1pPr>
            <a:lvl2pPr marL="457200" indent="0">
              <a:buNone/>
              <a:defRPr sz="2000">
                <a:solidFill>
                  <a:schemeClr val="bg1"/>
                </a:solidFill>
                <a:latin typeface="Verdana" panose="020B0604030504040204" pitchFamily="34" charset="0"/>
                <a:ea typeface="Verdana" panose="020B0604030504040204" pitchFamily="34" charset="0"/>
                <a:cs typeface="Verdana" panose="020B0604030504040204" pitchFamily="34" charset="0"/>
              </a:defRPr>
            </a:lvl2pPr>
            <a:lvl3pPr marL="914400" indent="0">
              <a:buNone/>
              <a:defRPr sz="2000">
                <a:solidFill>
                  <a:schemeClr val="bg1"/>
                </a:solidFill>
                <a:latin typeface="Verdana" panose="020B0604030504040204" pitchFamily="34" charset="0"/>
                <a:ea typeface="Verdana" panose="020B0604030504040204" pitchFamily="34" charset="0"/>
                <a:cs typeface="Verdana" panose="020B0604030504040204" pitchFamily="34" charset="0"/>
              </a:defRPr>
            </a:lvl3pPr>
            <a:lvl4pPr marL="1371600" indent="0">
              <a:buNone/>
              <a:defRPr sz="2000">
                <a:solidFill>
                  <a:schemeClr val="bg1"/>
                </a:solidFill>
                <a:latin typeface="Verdana" panose="020B0604030504040204" pitchFamily="34" charset="0"/>
                <a:ea typeface="Verdana" panose="020B0604030504040204" pitchFamily="34" charset="0"/>
                <a:cs typeface="Verdana" panose="020B0604030504040204" pitchFamily="34" charset="0"/>
              </a:defRPr>
            </a:lvl4pPr>
            <a:lvl5pPr marL="1828800" indent="0">
              <a:buNone/>
              <a:defRPr sz="2000">
                <a:solidFill>
                  <a:schemeClr val="bg1"/>
                </a:solidFill>
                <a:latin typeface="Verdana" panose="020B0604030504040204" pitchFamily="34" charset="0"/>
                <a:ea typeface="Verdana" panose="020B0604030504040204" pitchFamily="34" charset="0"/>
                <a:cs typeface="Verdana" panose="020B0604030504040204" pitchFamily="34" charset="0"/>
              </a:defRPr>
            </a:lvl5pPr>
          </a:lstStyle>
          <a:p>
            <a:pPr lvl="0"/>
            <a:endParaRPr lang="en-AU" dirty="0"/>
          </a:p>
        </p:txBody>
      </p:sp>
      <p:sp>
        <p:nvSpPr>
          <p:cNvPr id="31" name="Text Placeholder 13"/>
          <p:cNvSpPr>
            <a:spLocks noGrp="1"/>
          </p:cNvSpPr>
          <p:nvPr>
            <p:ph type="body" sz="quarter" idx="13"/>
          </p:nvPr>
        </p:nvSpPr>
        <p:spPr>
          <a:xfrm>
            <a:off x="792782" y="5428904"/>
            <a:ext cx="11125872" cy="358990"/>
          </a:xfrm>
          <a:prstGeom prst="rect">
            <a:avLst/>
          </a:prstGeom>
        </p:spPr>
        <p:txBody>
          <a:bodyPr/>
          <a:lstStyle>
            <a:lvl1pPr marL="0" indent="0">
              <a:buNone/>
              <a:defRPr sz="2000">
                <a:solidFill>
                  <a:schemeClr val="bg1"/>
                </a:solidFill>
                <a:latin typeface="Verdana" panose="020B0604030504040204" pitchFamily="34" charset="0"/>
                <a:ea typeface="Verdana" panose="020B0604030504040204" pitchFamily="34" charset="0"/>
                <a:cs typeface="Verdana" panose="020B0604030504040204" pitchFamily="34" charset="0"/>
              </a:defRPr>
            </a:lvl1pPr>
            <a:lvl2pPr marL="457200" indent="0">
              <a:buNone/>
              <a:defRPr sz="2000">
                <a:solidFill>
                  <a:schemeClr val="bg1"/>
                </a:solidFill>
                <a:latin typeface="Verdana" panose="020B0604030504040204" pitchFamily="34" charset="0"/>
                <a:ea typeface="Verdana" panose="020B0604030504040204" pitchFamily="34" charset="0"/>
                <a:cs typeface="Verdana" panose="020B0604030504040204" pitchFamily="34" charset="0"/>
              </a:defRPr>
            </a:lvl2pPr>
            <a:lvl3pPr marL="914400" indent="0">
              <a:buNone/>
              <a:defRPr sz="2000">
                <a:solidFill>
                  <a:schemeClr val="bg1"/>
                </a:solidFill>
                <a:latin typeface="Verdana" panose="020B0604030504040204" pitchFamily="34" charset="0"/>
                <a:ea typeface="Verdana" panose="020B0604030504040204" pitchFamily="34" charset="0"/>
                <a:cs typeface="Verdana" panose="020B0604030504040204" pitchFamily="34" charset="0"/>
              </a:defRPr>
            </a:lvl3pPr>
            <a:lvl4pPr marL="1371600" indent="0">
              <a:buNone/>
              <a:defRPr sz="2000">
                <a:solidFill>
                  <a:schemeClr val="bg1"/>
                </a:solidFill>
                <a:latin typeface="Verdana" panose="020B0604030504040204" pitchFamily="34" charset="0"/>
                <a:ea typeface="Verdana" panose="020B0604030504040204" pitchFamily="34" charset="0"/>
                <a:cs typeface="Verdana" panose="020B0604030504040204" pitchFamily="34" charset="0"/>
              </a:defRPr>
            </a:lvl4pPr>
            <a:lvl5pPr marL="1828800" indent="0">
              <a:buNone/>
              <a:defRPr sz="2000">
                <a:solidFill>
                  <a:schemeClr val="bg1"/>
                </a:solidFill>
                <a:latin typeface="Verdana" panose="020B0604030504040204" pitchFamily="34" charset="0"/>
                <a:ea typeface="Verdana" panose="020B0604030504040204" pitchFamily="34" charset="0"/>
                <a:cs typeface="Verdana" panose="020B0604030504040204" pitchFamily="34" charset="0"/>
              </a:defRPr>
            </a:lvl5pPr>
          </a:lstStyle>
          <a:p>
            <a:pPr lvl="0"/>
            <a:endParaRPr lang="en-AU" dirty="0"/>
          </a:p>
        </p:txBody>
      </p:sp>
      <p:sp>
        <p:nvSpPr>
          <p:cNvPr id="14" name="Text Placeholder 13"/>
          <p:cNvSpPr>
            <a:spLocks noGrp="1"/>
          </p:cNvSpPr>
          <p:nvPr>
            <p:ph type="body" sz="quarter" idx="14" hasCustomPrompt="1"/>
          </p:nvPr>
        </p:nvSpPr>
        <p:spPr>
          <a:xfrm>
            <a:off x="0" y="3122149"/>
            <a:ext cx="12192000" cy="1083630"/>
          </a:xfrm>
          <a:prstGeom prst="rect">
            <a:avLst/>
          </a:prstGeom>
        </p:spPr>
        <p:txBody>
          <a:bodyPr anchor="ctr" anchorCtr="0"/>
          <a:lstStyle>
            <a:lvl1pPr marL="0" indent="0" algn="ctr">
              <a:buNone/>
              <a:defRPr sz="280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457200" indent="0">
              <a:buNone/>
              <a:defRPr sz="2000">
                <a:solidFill>
                  <a:schemeClr val="bg1"/>
                </a:solidFill>
                <a:latin typeface="Verdana" panose="020B0604030504040204" pitchFamily="34" charset="0"/>
                <a:ea typeface="Verdana" panose="020B0604030504040204" pitchFamily="34" charset="0"/>
                <a:cs typeface="Verdana" panose="020B0604030504040204" pitchFamily="34" charset="0"/>
              </a:defRPr>
            </a:lvl2pPr>
            <a:lvl3pPr marL="914400" indent="0">
              <a:buNone/>
              <a:defRPr sz="2000">
                <a:solidFill>
                  <a:schemeClr val="bg1"/>
                </a:solidFill>
                <a:latin typeface="Verdana" panose="020B0604030504040204" pitchFamily="34" charset="0"/>
                <a:ea typeface="Verdana" panose="020B0604030504040204" pitchFamily="34" charset="0"/>
                <a:cs typeface="Verdana" panose="020B0604030504040204" pitchFamily="34" charset="0"/>
              </a:defRPr>
            </a:lvl3pPr>
            <a:lvl4pPr marL="1371600" indent="0">
              <a:buNone/>
              <a:defRPr sz="2000">
                <a:solidFill>
                  <a:schemeClr val="bg1"/>
                </a:solidFill>
                <a:latin typeface="Verdana" panose="020B0604030504040204" pitchFamily="34" charset="0"/>
                <a:ea typeface="Verdana" panose="020B0604030504040204" pitchFamily="34" charset="0"/>
                <a:cs typeface="Verdana" panose="020B0604030504040204" pitchFamily="34" charset="0"/>
              </a:defRPr>
            </a:lvl4pPr>
            <a:lvl5pPr marL="1828800" indent="0">
              <a:buNone/>
              <a:defRPr sz="2000">
                <a:solidFill>
                  <a:schemeClr val="bg1"/>
                </a:solidFill>
                <a:latin typeface="Verdana" panose="020B0604030504040204" pitchFamily="34" charset="0"/>
                <a:ea typeface="Verdana" panose="020B0604030504040204" pitchFamily="34" charset="0"/>
                <a:cs typeface="Verdana" panose="020B0604030504040204" pitchFamily="34" charset="0"/>
              </a:defRPr>
            </a:lvl5pPr>
          </a:lstStyle>
          <a:p>
            <a:pPr lvl="0"/>
            <a:r>
              <a:rPr lang="en-AU" dirty="0"/>
              <a:t>Closing Text</a:t>
            </a:r>
          </a:p>
        </p:txBody>
      </p:sp>
      <p:sp>
        <p:nvSpPr>
          <p:cNvPr id="16" name="TextBox 15"/>
          <p:cNvSpPr txBox="1"/>
          <p:nvPr userDrawn="1"/>
        </p:nvSpPr>
        <p:spPr>
          <a:xfrm>
            <a:off x="9344025" y="6534150"/>
            <a:ext cx="2727029" cy="200055"/>
          </a:xfrm>
          <a:prstGeom prst="rect">
            <a:avLst/>
          </a:prstGeom>
          <a:noFill/>
        </p:spPr>
        <p:txBody>
          <a:bodyPr wrap="square" rtlCol="0">
            <a:spAutoFit/>
          </a:bodyPr>
          <a:lstStyle/>
          <a:p>
            <a:r>
              <a:rPr lang="en-AU" sz="700" dirty="0">
                <a:solidFill>
                  <a:schemeClr val="bg1"/>
                </a:solidFill>
                <a:latin typeface="Verdana" panose="020B0604030504040204" pitchFamily="34" charset="0"/>
                <a:ea typeface="Verdana" panose="020B0604030504040204" pitchFamily="34" charset="0"/>
                <a:cs typeface="Verdana" panose="020B0604030504040204" pitchFamily="34" charset="0"/>
              </a:rPr>
              <a:t>CRICOS QLD 00244B | NSW 02225M TEQSA: PRV12081</a:t>
            </a:r>
          </a:p>
        </p:txBody>
      </p:sp>
      <p:pic>
        <p:nvPicPr>
          <p:cNvPr id="15" name="Picture 14"/>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3723123" y="786215"/>
            <a:ext cx="4745753" cy="1835163"/>
          </a:xfrm>
          <a:prstGeom prst="rect">
            <a:avLst/>
          </a:prstGeom>
        </p:spPr>
      </p:pic>
    </p:spTree>
    <p:extLst>
      <p:ext uri="{BB962C8B-B14F-4D97-AF65-F5344CB8AC3E}">
        <p14:creationId xmlns:p14="http://schemas.microsoft.com/office/powerpoint/2010/main" val="3545561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5" Type="http://schemas.openxmlformats.org/officeDocument/2006/relationships/slideLayout" Target="../slideLayouts/slideLayout27.xml"/><Relationship Id="rId4" Type="http://schemas.openxmlformats.org/officeDocument/2006/relationships/slideLayout" Target="../slideLayouts/slideLayout26.xml"/><Relationship Id="rId9"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0" name="Freeform 6" title="Page Number Shape"/>
          <p:cNvSpPr/>
          <p:nvPr/>
        </p:nvSpPr>
        <p:spPr bwMode="auto">
          <a:xfrm>
            <a:off x="11784011" y="5380580"/>
            <a:ext cx="407988" cy="819150"/>
          </a:xfrm>
          <a:custGeom>
            <a:avLst/>
            <a:gdLst/>
            <a:ahLst/>
            <a:cxnLst/>
            <a:rect l="0" t="0" r="r" b="b"/>
            <a:pathLst>
              <a:path w="1799" h="3612">
                <a:moveTo>
                  <a:pt x="1799" y="0"/>
                </a:moveTo>
                <a:lnTo>
                  <a:pt x="1799" y="3612"/>
                </a:lnTo>
                <a:lnTo>
                  <a:pt x="1686" y="3609"/>
                </a:lnTo>
                <a:lnTo>
                  <a:pt x="1574" y="3598"/>
                </a:lnTo>
                <a:lnTo>
                  <a:pt x="1464" y="3581"/>
                </a:lnTo>
                <a:lnTo>
                  <a:pt x="1357" y="3557"/>
                </a:lnTo>
                <a:lnTo>
                  <a:pt x="1251" y="3527"/>
                </a:lnTo>
                <a:lnTo>
                  <a:pt x="1150" y="3490"/>
                </a:lnTo>
                <a:lnTo>
                  <a:pt x="1050" y="3448"/>
                </a:lnTo>
                <a:lnTo>
                  <a:pt x="953" y="3401"/>
                </a:lnTo>
                <a:lnTo>
                  <a:pt x="860" y="3347"/>
                </a:lnTo>
                <a:lnTo>
                  <a:pt x="771" y="3289"/>
                </a:lnTo>
                <a:lnTo>
                  <a:pt x="686" y="3224"/>
                </a:lnTo>
                <a:lnTo>
                  <a:pt x="604" y="3156"/>
                </a:lnTo>
                <a:lnTo>
                  <a:pt x="527" y="3083"/>
                </a:lnTo>
                <a:lnTo>
                  <a:pt x="454" y="3005"/>
                </a:lnTo>
                <a:lnTo>
                  <a:pt x="386" y="2923"/>
                </a:lnTo>
                <a:lnTo>
                  <a:pt x="323" y="2838"/>
                </a:lnTo>
                <a:lnTo>
                  <a:pt x="265" y="2748"/>
                </a:lnTo>
                <a:lnTo>
                  <a:pt x="211" y="2655"/>
                </a:lnTo>
                <a:lnTo>
                  <a:pt x="163" y="2559"/>
                </a:lnTo>
                <a:lnTo>
                  <a:pt x="121" y="2459"/>
                </a:lnTo>
                <a:lnTo>
                  <a:pt x="85" y="2356"/>
                </a:lnTo>
                <a:lnTo>
                  <a:pt x="55" y="2251"/>
                </a:lnTo>
                <a:lnTo>
                  <a:pt x="32" y="2143"/>
                </a:lnTo>
                <a:lnTo>
                  <a:pt x="14" y="2033"/>
                </a:lnTo>
                <a:lnTo>
                  <a:pt x="4" y="1920"/>
                </a:lnTo>
                <a:lnTo>
                  <a:pt x="0" y="1806"/>
                </a:lnTo>
                <a:lnTo>
                  <a:pt x="4" y="1692"/>
                </a:lnTo>
                <a:lnTo>
                  <a:pt x="14" y="1580"/>
                </a:lnTo>
                <a:lnTo>
                  <a:pt x="32" y="1469"/>
                </a:lnTo>
                <a:lnTo>
                  <a:pt x="55" y="1362"/>
                </a:lnTo>
                <a:lnTo>
                  <a:pt x="85" y="1256"/>
                </a:lnTo>
                <a:lnTo>
                  <a:pt x="121" y="1154"/>
                </a:lnTo>
                <a:lnTo>
                  <a:pt x="163" y="1054"/>
                </a:lnTo>
                <a:lnTo>
                  <a:pt x="211" y="958"/>
                </a:lnTo>
                <a:lnTo>
                  <a:pt x="265" y="864"/>
                </a:lnTo>
                <a:lnTo>
                  <a:pt x="323" y="774"/>
                </a:lnTo>
                <a:lnTo>
                  <a:pt x="386" y="689"/>
                </a:lnTo>
                <a:lnTo>
                  <a:pt x="454" y="607"/>
                </a:lnTo>
                <a:lnTo>
                  <a:pt x="527" y="529"/>
                </a:lnTo>
                <a:lnTo>
                  <a:pt x="604" y="456"/>
                </a:lnTo>
                <a:lnTo>
                  <a:pt x="686" y="388"/>
                </a:lnTo>
                <a:lnTo>
                  <a:pt x="771" y="325"/>
                </a:lnTo>
                <a:lnTo>
                  <a:pt x="860" y="266"/>
                </a:lnTo>
                <a:lnTo>
                  <a:pt x="953" y="212"/>
                </a:lnTo>
                <a:lnTo>
                  <a:pt x="1050" y="164"/>
                </a:lnTo>
                <a:lnTo>
                  <a:pt x="1150" y="122"/>
                </a:lnTo>
                <a:lnTo>
                  <a:pt x="1251" y="85"/>
                </a:lnTo>
                <a:lnTo>
                  <a:pt x="1357" y="55"/>
                </a:lnTo>
                <a:lnTo>
                  <a:pt x="1464" y="32"/>
                </a:lnTo>
                <a:lnTo>
                  <a:pt x="1574" y="14"/>
                </a:lnTo>
                <a:lnTo>
                  <a:pt x="1686" y="5"/>
                </a:lnTo>
                <a:lnTo>
                  <a:pt x="1799" y="0"/>
                </a:lnTo>
                <a:close/>
              </a:path>
            </a:pathLst>
          </a:custGeom>
          <a:solidFill>
            <a:schemeClr val="accent1"/>
          </a:solidFill>
          <a:ln w="0">
            <a:noFill/>
            <a:prstDash val="solid"/>
            <a:round/>
            <a:headEnd/>
            <a:tailEnd/>
          </a:ln>
        </p:spPr>
        <p:txBody>
          <a:bodyPr/>
          <a:lstStyle/>
          <a:p>
            <a:endParaRPr lang="en-AU"/>
          </a:p>
        </p:txBody>
      </p:sp>
      <p:sp>
        <p:nvSpPr>
          <p:cNvPr id="2" name="Title Placeholder 1"/>
          <p:cNvSpPr>
            <a:spLocks noGrp="1"/>
          </p:cNvSpPr>
          <p:nvPr>
            <p:ph type="title"/>
          </p:nvPr>
        </p:nvSpPr>
        <p:spPr>
          <a:xfrm>
            <a:off x="762000" y="559678"/>
            <a:ext cx="3833906" cy="4952492"/>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5181600" y="569066"/>
            <a:ext cx="6248398" cy="5655156"/>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2001" y="5930060"/>
            <a:ext cx="3814856" cy="365125"/>
          </a:xfrm>
          <a:prstGeom prst="rect">
            <a:avLst/>
          </a:prstGeom>
        </p:spPr>
        <p:txBody>
          <a:bodyPr vert="horz" lIns="91440" tIns="45720" rIns="91440" bIns="45720" rtlCol="0" anchor="t"/>
          <a:lstStyle>
            <a:lvl1pPr algn="r">
              <a:defRPr sz="1000" b="0" i="1" baseline="0">
                <a:solidFill>
                  <a:schemeClr val="accent1"/>
                </a:solidFill>
                <a:latin typeface="+mj-lt"/>
              </a:defRPr>
            </a:lvl1pPr>
          </a:lstStyle>
          <a:p>
            <a:fld id="{897705DE-9461-4346-9D5D-B989155D24CE}" type="datetimeFigureOut">
              <a:rPr lang="en-AU" smtClean="0"/>
              <a:t>26/10/2025</a:t>
            </a:fld>
            <a:endParaRPr lang="en-AU"/>
          </a:p>
        </p:txBody>
      </p:sp>
      <p:sp>
        <p:nvSpPr>
          <p:cNvPr id="5" name="Footer Placeholder 4"/>
          <p:cNvSpPr>
            <a:spLocks noGrp="1"/>
          </p:cNvSpPr>
          <p:nvPr>
            <p:ph type="ftr" sz="quarter" idx="3"/>
          </p:nvPr>
        </p:nvSpPr>
        <p:spPr>
          <a:xfrm>
            <a:off x="762001" y="6314440"/>
            <a:ext cx="3814856" cy="365125"/>
          </a:xfrm>
          <a:prstGeom prst="rect">
            <a:avLst/>
          </a:prstGeom>
        </p:spPr>
        <p:txBody>
          <a:bodyPr vert="horz" lIns="91440" tIns="45720" rIns="91440" bIns="45720" rtlCol="0" anchor="t"/>
          <a:lstStyle>
            <a:lvl1pPr algn="r">
              <a:defRPr sz="1200" b="1" i="1" baseline="0">
                <a:solidFill>
                  <a:schemeClr val="accent1"/>
                </a:solidFill>
                <a:latin typeface="+mj-lt"/>
              </a:defRPr>
            </a:lvl1pPr>
          </a:lstStyle>
          <a:p>
            <a:endParaRPr lang="en-AU"/>
          </a:p>
        </p:txBody>
      </p:sp>
      <p:sp>
        <p:nvSpPr>
          <p:cNvPr id="6" name="Slide Number Placeholder 5"/>
          <p:cNvSpPr>
            <a:spLocks noGrp="1"/>
          </p:cNvSpPr>
          <p:nvPr>
            <p:ph type="sldNum" sz="quarter" idx="4"/>
          </p:nvPr>
        </p:nvSpPr>
        <p:spPr>
          <a:xfrm>
            <a:off x="11784011" y="5607592"/>
            <a:ext cx="407988" cy="365125"/>
          </a:xfrm>
          <a:prstGeom prst="rect">
            <a:avLst/>
          </a:prstGeom>
        </p:spPr>
        <p:txBody>
          <a:bodyPr vert="horz" lIns="91440" tIns="45720" rIns="91440" bIns="45720" rtlCol="0" anchor="ctr"/>
          <a:lstStyle>
            <a:lvl1pPr algn="r">
              <a:defRPr sz="1200" b="0" i="1" baseline="0">
                <a:solidFill>
                  <a:schemeClr val="bg2"/>
                </a:solidFill>
                <a:latin typeface="+mj-lt"/>
              </a:defRPr>
            </a:lvl1pPr>
          </a:lstStyle>
          <a:p>
            <a:fld id="{A6177A87-3B7D-44CC-8271-C4C65D11800F}" type="slidenum">
              <a:rPr lang="en-AU" smtClean="0"/>
              <a:t>‹#›</a:t>
            </a:fld>
            <a:endParaRPr lang="en-AU"/>
          </a:p>
        </p:txBody>
      </p:sp>
      <p:cxnSp>
        <p:nvCxnSpPr>
          <p:cNvPr id="10" name="Straight Connector 9" title="Horizontal Rule Line"/>
          <p:cNvCxnSpPr/>
          <p:nvPr/>
        </p:nvCxnSpPr>
        <p:spPr>
          <a:xfrm>
            <a:off x="0" y="6199730"/>
            <a:ext cx="4495800"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8618473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r" defTabSz="914400" rtl="0" eaLnBrk="1" latinLnBrk="0" hangingPunct="1">
        <a:lnSpc>
          <a:spcPct val="90000"/>
        </a:lnSpc>
        <a:spcBef>
          <a:spcPct val="0"/>
        </a:spcBef>
        <a:buNone/>
        <a:defRPr sz="5000" b="0" i="1" kern="1200" baseline="0">
          <a:solidFill>
            <a:schemeClr val="accent1"/>
          </a:solidFill>
          <a:latin typeface="+mj-lt"/>
          <a:ea typeface="+mj-ea"/>
          <a:cs typeface="+mj-cs"/>
        </a:defRPr>
      </a:lvl1pPr>
    </p:titleStyle>
    <p:bodyStyle>
      <a:lvl1pPr marL="283464" indent="-283464" algn="l" defTabSz="914400" rtl="0" eaLnBrk="1" latinLnBrk="0" hangingPunct="1">
        <a:lnSpc>
          <a:spcPct val="112000"/>
        </a:lnSpc>
        <a:spcBef>
          <a:spcPts val="900"/>
        </a:spcBef>
        <a:buFont typeface="Arial" panose="020B0604020202020204" pitchFamily="34" charset="0"/>
        <a:buChar char="•"/>
        <a:defRPr sz="2000" kern="1200" baseline="0">
          <a:solidFill>
            <a:schemeClr val="tx1">
              <a:lumMod val="85000"/>
              <a:lumOff val="15000"/>
            </a:schemeClr>
          </a:solidFill>
          <a:latin typeface="+mn-lt"/>
          <a:ea typeface="+mn-ea"/>
          <a:cs typeface="+mn-cs"/>
        </a:defRPr>
      </a:lvl1pPr>
      <a:lvl2pPr marL="685800" indent="-283464" algn="l" defTabSz="914400" rtl="0" eaLnBrk="1" latinLnBrk="0" hangingPunct="1">
        <a:lnSpc>
          <a:spcPct val="112000"/>
        </a:lnSpc>
        <a:spcBef>
          <a:spcPts val="900"/>
        </a:spcBef>
        <a:buFont typeface="Corbel" panose="020B0503020204020204" pitchFamily="34" charset="0"/>
        <a:buChar char="–"/>
        <a:defRPr sz="1800" kern="1200" baseline="0">
          <a:solidFill>
            <a:schemeClr val="tx1">
              <a:lumMod val="85000"/>
              <a:lumOff val="15000"/>
            </a:schemeClr>
          </a:solidFill>
          <a:latin typeface="+mn-lt"/>
          <a:ea typeface="+mn-ea"/>
          <a:cs typeface="+mn-cs"/>
        </a:defRPr>
      </a:lvl2pPr>
      <a:lvl3pPr marL="1143000" indent="-283464" algn="l" defTabSz="914400" rtl="0" eaLnBrk="1" latinLnBrk="0" hangingPunct="1">
        <a:lnSpc>
          <a:spcPct val="112000"/>
        </a:lnSpc>
        <a:spcBef>
          <a:spcPts val="900"/>
        </a:spcBef>
        <a:buFont typeface="Arial" panose="020B0604020202020204" pitchFamily="34" charset="0"/>
        <a:buChar char="•"/>
        <a:defRPr sz="1600" kern="1200" baseline="0">
          <a:solidFill>
            <a:schemeClr val="tx1">
              <a:lumMod val="85000"/>
              <a:lumOff val="15000"/>
            </a:schemeClr>
          </a:solidFill>
          <a:latin typeface="+mn-lt"/>
          <a:ea typeface="+mn-ea"/>
          <a:cs typeface="+mn-cs"/>
        </a:defRPr>
      </a:lvl3pPr>
      <a:lvl4pPr marL="1600200" indent="-283464" algn="l" defTabSz="914400" rtl="0" eaLnBrk="1" latinLnBrk="0" hangingPunct="1">
        <a:lnSpc>
          <a:spcPct val="112000"/>
        </a:lnSpc>
        <a:spcBef>
          <a:spcPts val="900"/>
        </a:spcBef>
        <a:buFont typeface="Corbel" panose="020B0503020204020204" pitchFamily="34" charset="0"/>
        <a:buChar char="–"/>
        <a:defRPr sz="1400" kern="1200" baseline="0">
          <a:solidFill>
            <a:schemeClr val="tx1">
              <a:lumMod val="85000"/>
              <a:lumOff val="15000"/>
            </a:schemeClr>
          </a:solidFill>
          <a:latin typeface="+mn-lt"/>
          <a:ea typeface="+mn-ea"/>
          <a:cs typeface="+mn-cs"/>
        </a:defRPr>
      </a:lvl4pPr>
      <a:lvl5pPr marL="2057400" indent="-283464" algn="l" defTabSz="914400" rtl="0" eaLnBrk="1" latinLnBrk="0" hangingPunct="1">
        <a:lnSpc>
          <a:spcPct val="112000"/>
        </a:lnSpc>
        <a:spcBef>
          <a:spcPts val="900"/>
        </a:spcBef>
        <a:buFont typeface="Arial" panose="020B0604020202020204" pitchFamily="34" charset="0"/>
        <a:buChar char="•"/>
        <a:defRPr sz="1400" i="1" kern="1200" baseline="0">
          <a:solidFill>
            <a:schemeClr val="tx1">
              <a:lumMod val="85000"/>
              <a:lumOff val="15000"/>
            </a:schemeClr>
          </a:solidFill>
          <a:latin typeface="+mn-lt"/>
          <a:ea typeface="+mn-ea"/>
          <a:cs typeface="+mn-cs"/>
        </a:defRPr>
      </a:lvl5pPr>
      <a:lvl6pPr marL="2514600" indent="-283464" algn="l" defTabSz="914400" rtl="0" eaLnBrk="1" latinLnBrk="0" hangingPunct="1">
        <a:lnSpc>
          <a:spcPct val="112000"/>
        </a:lnSpc>
        <a:spcBef>
          <a:spcPts val="1300"/>
        </a:spcBef>
        <a:buFont typeface="Corbel" panose="020B0503020204020204" pitchFamily="34" charset="0"/>
        <a:buChar char="–"/>
        <a:defRPr sz="1400" kern="1200">
          <a:solidFill>
            <a:schemeClr val="tx1">
              <a:lumMod val="85000"/>
              <a:lumOff val="15000"/>
            </a:schemeClr>
          </a:solidFill>
          <a:latin typeface="+mn-lt"/>
          <a:ea typeface="+mn-ea"/>
          <a:cs typeface="+mn-cs"/>
        </a:defRPr>
      </a:lvl6pPr>
      <a:lvl7pPr marL="2971800" indent="-283464" algn="l" defTabSz="914400" rtl="0" eaLnBrk="1" latinLnBrk="0" hangingPunct="1">
        <a:lnSpc>
          <a:spcPct val="112000"/>
        </a:lnSpc>
        <a:spcBef>
          <a:spcPts val="1300"/>
        </a:spcBef>
        <a:buFont typeface="Arial" panose="020B0604020202020204" pitchFamily="34" charset="0"/>
        <a:buChar char="•"/>
        <a:defRPr sz="1400" i="1" kern="1200">
          <a:solidFill>
            <a:schemeClr val="tx1">
              <a:lumMod val="85000"/>
              <a:lumOff val="15000"/>
            </a:schemeClr>
          </a:solidFill>
          <a:latin typeface="+mn-lt"/>
          <a:ea typeface="+mn-ea"/>
          <a:cs typeface="+mn-cs"/>
        </a:defRPr>
      </a:lvl7pPr>
      <a:lvl8pPr marL="3429000" indent="-283464" algn="l" defTabSz="914400" rtl="0" eaLnBrk="1" latinLnBrk="0" hangingPunct="1">
        <a:lnSpc>
          <a:spcPct val="112000"/>
        </a:lnSpc>
        <a:spcBef>
          <a:spcPts val="1300"/>
        </a:spcBef>
        <a:buFont typeface="Corbel" panose="020B0503020204020204" pitchFamily="34" charset="0"/>
        <a:buChar char="–"/>
        <a:defRPr sz="1400" kern="1200">
          <a:solidFill>
            <a:schemeClr val="tx1">
              <a:lumMod val="85000"/>
              <a:lumOff val="15000"/>
            </a:schemeClr>
          </a:solidFill>
          <a:latin typeface="+mn-lt"/>
          <a:ea typeface="+mn-ea"/>
          <a:cs typeface="+mn-cs"/>
        </a:defRPr>
      </a:lvl8pPr>
      <a:lvl9pPr marL="3886200" indent="-283464" algn="l" defTabSz="914400" rtl="0" eaLnBrk="1" latinLnBrk="0" hangingPunct="1">
        <a:lnSpc>
          <a:spcPct val="112000"/>
        </a:lnSpc>
        <a:spcBef>
          <a:spcPts val="1300"/>
        </a:spcBef>
        <a:buFont typeface="Arial" panose="020B0604020202020204" pitchFamily="34" charset="0"/>
        <a:buChar char="•"/>
        <a:defRPr sz="1400" i="1" kern="1200" baseline="0">
          <a:solidFill>
            <a:schemeClr val="tx1">
              <a:lumMod val="85000"/>
              <a:lumOff val="1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2832">
          <p15:clr>
            <a:srgbClr val="F26B43"/>
          </p15:clr>
        </p15:guide>
        <p15:guide id="2" pos="480">
          <p15:clr>
            <a:srgbClr val="F26B43"/>
          </p15:clr>
        </p15:guide>
        <p15:guide id="3" orient="horz" pos="432">
          <p15:clr>
            <a:srgbClr val="F26B43"/>
          </p15:clr>
        </p15:guide>
        <p15:guide id="4" pos="7200">
          <p15:clr>
            <a:srgbClr val="F26B43"/>
          </p15:clr>
        </p15:guide>
        <p15:guide id="5" pos="3264">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0" name="Freeform 6" title="Page Number Shape"/>
          <p:cNvSpPr/>
          <p:nvPr/>
        </p:nvSpPr>
        <p:spPr bwMode="auto">
          <a:xfrm>
            <a:off x="11784011" y="5380580"/>
            <a:ext cx="407988" cy="819150"/>
          </a:xfrm>
          <a:custGeom>
            <a:avLst/>
            <a:gdLst/>
            <a:ahLst/>
            <a:cxnLst/>
            <a:rect l="0" t="0" r="r" b="b"/>
            <a:pathLst>
              <a:path w="1799" h="3612">
                <a:moveTo>
                  <a:pt x="1799" y="0"/>
                </a:moveTo>
                <a:lnTo>
                  <a:pt x="1799" y="3612"/>
                </a:lnTo>
                <a:lnTo>
                  <a:pt x="1686" y="3609"/>
                </a:lnTo>
                <a:lnTo>
                  <a:pt x="1574" y="3598"/>
                </a:lnTo>
                <a:lnTo>
                  <a:pt x="1464" y="3581"/>
                </a:lnTo>
                <a:lnTo>
                  <a:pt x="1357" y="3557"/>
                </a:lnTo>
                <a:lnTo>
                  <a:pt x="1251" y="3527"/>
                </a:lnTo>
                <a:lnTo>
                  <a:pt x="1150" y="3490"/>
                </a:lnTo>
                <a:lnTo>
                  <a:pt x="1050" y="3448"/>
                </a:lnTo>
                <a:lnTo>
                  <a:pt x="953" y="3401"/>
                </a:lnTo>
                <a:lnTo>
                  <a:pt x="860" y="3347"/>
                </a:lnTo>
                <a:lnTo>
                  <a:pt x="771" y="3289"/>
                </a:lnTo>
                <a:lnTo>
                  <a:pt x="686" y="3224"/>
                </a:lnTo>
                <a:lnTo>
                  <a:pt x="604" y="3156"/>
                </a:lnTo>
                <a:lnTo>
                  <a:pt x="527" y="3083"/>
                </a:lnTo>
                <a:lnTo>
                  <a:pt x="454" y="3005"/>
                </a:lnTo>
                <a:lnTo>
                  <a:pt x="386" y="2923"/>
                </a:lnTo>
                <a:lnTo>
                  <a:pt x="323" y="2838"/>
                </a:lnTo>
                <a:lnTo>
                  <a:pt x="265" y="2748"/>
                </a:lnTo>
                <a:lnTo>
                  <a:pt x="211" y="2655"/>
                </a:lnTo>
                <a:lnTo>
                  <a:pt x="163" y="2559"/>
                </a:lnTo>
                <a:lnTo>
                  <a:pt x="121" y="2459"/>
                </a:lnTo>
                <a:lnTo>
                  <a:pt x="85" y="2356"/>
                </a:lnTo>
                <a:lnTo>
                  <a:pt x="55" y="2251"/>
                </a:lnTo>
                <a:lnTo>
                  <a:pt x="32" y="2143"/>
                </a:lnTo>
                <a:lnTo>
                  <a:pt x="14" y="2033"/>
                </a:lnTo>
                <a:lnTo>
                  <a:pt x="4" y="1920"/>
                </a:lnTo>
                <a:lnTo>
                  <a:pt x="0" y="1806"/>
                </a:lnTo>
                <a:lnTo>
                  <a:pt x="4" y="1692"/>
                </a:lnTo>
                <a:lnTo>
                  <a:pt x="14" y="1580"/>
                </a:lnTo>
                <a:lnTo>
                  <a:pt x="32" y="1469"/>
                </a:lnTo>
                <a:lnTo>
                  <a:pt x="55" y="1362"/>
                </a:lnTo>
                <a:lnTo>
                  <a:pt x="85" y="1256"/>
                </a:lnTo>
                <a:lnTo>
                  <a:pt x="121" y="1154"/>
                </a:lnTo>
                <a:lnTo>
                  <a:pt x="163" y="1054"/>
                </a:lnTo>
                <a:lnTo>
                  <a:pt x="211" y="958"/>
                </a:lnTo>
                <a:lnTo>
                  <a:pt x="265" y="864"/>
                </a:lnTo>
                <a:lnTo>
                  <a:pt x="323" y="774"/>
                </a:lnTo>
                <a:lnTo>
                  <a:pt x="386" y="689"/>
                </a:lnTo>
                <a:lnTo>
                  <a:pt x="454" y="607"/>
                </a:lnTo>
                <a:lnTo>
                  <a:pt x="527" y="529"/>
                </a:lnTo>
                <a:lnTo>
                  <a:pt x="604" y="456"/>
                </a:lnTo>
                <a:lnTo>
                  <a:pt x="686" y="388"/>
                </a:lnTo>
                <a:lnTo>
                  <a:pt x="771" y="325"/>
                </a:lnTo>
                <a:lnTo>
                  <a:pt x="860" y="266"/>
                </a:lnTo>
                <a:lnTo>
                  <a:pt x="953" y="212"/>
                </a:lnTo>
                <a:lnTo>
                  <a:pt x="1050" y="164"/>
                </a:lnTo>
                <a:lnTo>
                  <a:pt x="1150" y="122"/>
                </a:lnTo>
                <a:lnTo>
                  <a:pt x="1251" y="85"/>
                </a:lnTo>
                <a:lnTo>
                  <a:pt x="1357" y="55"/>
                </a:lnTo>
                <a:lnTo>
                  <a:pt x="1464" y="32"/>
                </a:lnTo>
                <a:lnTo>
                  <a:pt x="1574" y="14"/>
                </a:lnTo>
                <a:lnTo>
                  <a:pt x="1686" y="5"/>
                </a:lnTo>
                <a:lnTo>
                  <a:pt x="1799" y="0"/>
                </a:lnTo>
                <a:close/>
              </a:path>
            </a:pathLst>
          </a:custGeom>
          <a:solidFill>
            <a:schemeClr val="accent1"/>
          </a:solidFill>
          <a:ln w="0">
            <a:noFill/>
            <a:prstDash val="solid"/>
            <a:round/>
            <a:headEnd/>
            <a:tailEnd/>
          </a:ln>
        </p:spPr>
        <p:txBody>
          <a:bodyPr/>
          <a:lstStyle/>
          <a:p>
            <a:endParaRPr lang="en-AU"/>
          </a:p>
        </p:txBody>
      </p:sp>
      <p:sp>
        <p:nvSpPr>
          <p:cNvPr id="2" name="Title Placeholder 1"/>
          <p:cNvSpPr>
            <a:spLocks noGrp="1"/>
          </p:cNvSpPr>
          <p:nvPr>
            <p:ph type="title"/>
          </p:nvPr>
        </p:nvSpPr>
        <p:spPr>
          <a:xfrm>
            <a:off x="762000" y="559678"/>
            <a:ext cx="3833906" cy="4952492"/>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5181600" y="569066"/>
            <a:ext cx="6248398" cy="5655156"/>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2001" y="5930060"/>
            <a:ext cx="3814856" cy="365125"/>
          </a:xfrm>
          <a:prstGeom prst="rect">
            <a:avLst/>
          </a:prstGeom>
        </p:spPr>
        <p:txBody>
          <a:bodyPr vert="horz" lIns="91440" tIns="45720" rIns="91440" bIns="45720" rtlCol="0" anchor="t"/>
          <a:lstStyle>
            <a:lvl1pPr algn="r">
              <a:defRPr sz="1000" b="0" i="1" baseline="0">
                <a:solidFill>
                  <a:schemeClr val="accent1"/>
                </a:solidFill>
                <a:latin typeface="+mj-lt"/>
              </a:defRPr>
            </a:lvl1pPr>
          </a:lstStyle>
          <a:p>
            <a:fld id="{6FF4C0AC-8F00-4C36-BECA-59F9CAB32155}" type="datetimeFigureOut">
              <a:rPr lang="en-AU" smtClean="0"/>
              <a:t>26/10/2025</a:t>
            </a:fld>
            <a:endParaRPr lang="en-AU"/>
          </a:p>
        </p:txBody>
      </p:sp>
      <p:sp>
        <p:nvSpPr>
          <p:cNvPr id="5" name="Footer Placeholder 4"/>
          <p:cNvSpPr>
            <a:spLocks noGrp="1"/>
          </p:cNvSpPr>
          <p:nvPr>
            <p:ph type="ftr" sz="quarter" idx="3"/>
          </p:nvPr>
        </p:nvSpPr>
        <p:spPr>
          <a:xfrm>
            <a:off x="762001" y="6314440"/>
            <a:ext cx="3814856" cy="365125"/>
          </a:xfrm>
          <a:prstGeom prst="rect">
            <a:avLst/>
          </a:prstGeom>
        </p:spPr>
        <p:txBody>
          <a:bodyPr vert="horz" lIns="91440" tIns="45720" rIns="91440" bIns="45720" rtlCol="0" anchor="t"/>
          <a:lstStyle>
            <a:lvl1pPr algn="r">
              <a:defRPr sz="1200" b="1" i="1" baseline="0">
                <a:solidFill>
                  <a:schemeClr val="accent1"/>
                </a:solidFill>
                <a:latin typeface="+mj-lt"/>
              </a:defRPr>
            </a:lvl1pPr>
          </a:lstStyle>
          <a:p>
            <a:endParaRPr lang="en-AU"/>
          </a:p>
        </p:txBody>
      </p:sp>
      <p:sp>
        <p:nvSpPr>
          <p:cNvPr id="6" name="Slide Number Placeholder 5"/>
          <p:cNvSpPr>
            <a:spLocks noGrp="1"/>
          </p:cNvSpPr>
          <p:nvPr>
            <p:ph type="sldNum" sz="quarter" idx="4"/>
          </p:nvPr>
        </p:nvSpPr>
        <p:spPr>
          <a:xfrm>
            <a:off x="11784011" y="5607592"/>
            <a:ext cx="407988" cy="365125"/>
          </a:xfrm>
          <a:prstGeom prst="rect">
            <a:avLst/>
          </a:prstGeom>
        </p:spPr>
        <p:txBody>
          <a:bodyPr vert="horz" lIns="91440" tIns="45720" rIns="91440" bIns="45720" rtlCol="0" anchor="ctr"/>
          <a:lstStyle>
            <a:lvl1pPr algn="r">
              <a:defRPr sz="1200" b="0" i="1" baseline="0">
                <a:solidFill>
                  <a:schemeClr val="bg2"/>
                </a:solidFill>
                <a:latin typeface="+mj-lt"/>
              </a:defRPr>
            </a:lvl1pPr>
          </a:lstStyle>
          <a:p>
            <a:fld id="{FA146F22-928D-4C3B-8A28-BBB0702861D3}" type="slidenum">
              <a:rPr lang="en-AU" smtClean="0"/>
              <a:t>‹#›</a:t>
            </a:fld>
            <a:endParaRPr lang="en-AU"/>
          </a:p>
        </p:txBody>
      </p:sp>
      <p:cxnSp>
        <p:nvCxnSpPr>
          <p:cNvPr id="10" name="Straight Connector 9" title="Horizontal Rule Line"/>
          <p:cNvCxnSpPr/>
          <p:nvPr/>
        </p:nvCxnSpPr>
        <p:spPr>
          <a:xfrm>
            <a:off x="0" y="6199730"/>
            <a:ext cx="4495800"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45567924"/>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r" defTabSz="914400" rtl="0" eaLnBrk="1" latinLnBrk="0" hangingPunct="1">
        <a:lnSpc>
          <a:spcPct val="90000"/>
        </a:lnSpc>
        <a:spcBef>
          <a:spcPct val="0"/>
        </a:spcBef>
        <a:buNone/>
        <a:defRPr sz="5000" b="0" i="1" kern="1200" baseline="0">
          <a:solidFill>
            <a:schemeClr val="accent1"/>
          </a:solidFill>
          <a:latin typeface="+mj-lt"/>
          <a:ea typeface="+mj-ea"/>
          <a:cs typeface="+mj-cs"/>
        </a:defRPr>
      </a:lvl1pPr>
    </p:titleStyle>
    <p:bodyStyle>
      <a:lvl1pPr marL="283464" indent="-283464" algn="l" defTabSz="914400" rtl="0" eaLnBrk="1" latinLnBrk="0" hangingPunct="1">
        <a:lnSpc>
          <a:spcPct val="112000"/>
        </a:lnSpc>
        <a:spcBef>
          <a:spcPts val="900"/>
        </a:spcBef>
        <a:buFont typeface="Arial" panose="020B0604020202020204" pitchFamily="34" charset="0"/>
        <a:buChar char="•"/>
        <a:defRPr sz="2000" kern="1200" baseline="0">
          <a:solidFill>
            <a:schemeClr val="tx1">
              <a:lumMod val="85000"/>
              <a:lumOff val="15000"/>
            </a:schemeClr>
          </a:solidFill>
          <a:latin typeface="+mn-lt"/>
          <a:ea typeface="+mn-ea"/>
          <a:cs typeface="+mn-cs"/>
        </a:defRPr>
      </a:lvl1pPr>
      <a:lvl2pPr marL="685800" indent="-283464" algn="l" defTabSz="914400" rtl="0" eaLnBrk="1" latinLnBrk="0" hangingPunct="1">
        <a:lnSpc>
          <a:spcPct val="112000"/>
        </a:lnSpc>
        <a:spcBef>
          <a:spcPts val="900"/>
        </a:spcBef>
        <a:buFont typeface="Corbel" panose="020B0503020204020204" pitchFamily="34" charset="0"/>
        <a:buChar char="–"/>
        <a:defRPr sz="1800" kern="1200" baseline="0">
          <a:solidFill>
            <a:schemeClr val="tx1">
              <a:lumMod val="85000"/>
              <a:lumOff val="15000"/>
            </a:schemeClr>
          </a:solidFill>
          <a:latin typeface="+mn-lt"/>
          <a:ea typeface="+mn-ea"/>
          <a:cs typeface="+mn-cs"/>
        </a:defRPr>
      </a:lvl2pPr>
      <a:lvl3pPr marL="1143000" indent="-283464" algn="l" defTabSz="914400" rtl="0" eaLnBrk="1" latinLnBrk="0" hangingPunct="1">
        <a:lnSpc>
          <a:spcPct val="112000"/>
        </a:lnSpc>
        <a:spcBef>
          <a:spcPts val="900"/>
        </a:spcBef>
        <a:buFont typeface="Arial" panose="020B0604020202020204" pitchFamily="34" charset="0"/>
        <a:buChar char="•"/>
        <a:defRPr sz="1600" kern="1200" baseline="0">
          <a:solidFill>
            <a:schemeClr val="tx1">
              <a:lumMod val="85000"/>
              <a:lumOff val="15000"/>
            </a:schemeClr>
          </a:solidFill>
          <a:latin typeface="+mn-lt"/>
          <a:ea typeface="+mn-ea"/>
          <a:cs typeface="+mn-cs"/>
        </a:defRPr>
      </a:lvl3pPr>
      <a:lvl4pPr marL="1600200" indent="-283464" algn="l" defTabSz="914400" rtl="0" eaLnBrk="1" latinLnBrk="0" hangingPunct="1">
        <a:lnSpc>
          <a:spcPct val="112000"/>
        </a:lnSpc>
        <a:spcBef>
          <a:spcPts val="900"/>
        </a:spcBef>
        <a:buFont typeface="Corbel" panose="020B0503020204020204" pitchFamily="34" charset="0"/>
        <a:buChar char="–"/>
        <a:defRPr sz="1400" kern="1200" baseline="0">
          <a:solidFill>
            <a:schemeClr val="tx1">
              <a:lumMod val="85000"/>
              <a:lumOff val="15000"/>
            </a:schemeClr>
          </a:solidFill>
          <a:latin typeface="+mn-lt"/>
          <a:ea typeface="+mn-ea"/>
          <a:cs typeface="+mn-cs"/>
        </a:defRPr>
      </a:lvl4pPr>
      <a:lvl5pPr marL="2057400" indent="-283464" algn="l" defTabSz="914400" rtl="0" eaLnBrk="1" latinLnBrk="0" hangingPunct="1">
        <a:lnSpc>
          <a:spcPct val="112000"/>
        </a:lnSpc>
        <a:spcBef>
          <a:spcPts val="900"/>
        </a:spcBef>
        <a:buFont typeface="Arial" panose="020B0604020202020204" pitchFamily="34" charset="0"/>
        <a:buChar char="•"/>
        <a:defRPr sz="1400" i="1" kern="1200" baseline="0">
          <a:solidFill>
            <a:schemeClr val="tx1">
              <a:lumMod val="85000"/>
              <a:lumOff val="15000"/>
            </a:schemeClr>
          </a:solidFill>
          <a:latin typeface="+mn-lt"/>
          <a:ea typeface="+mn-ea"/>
          <a:cs typeface="+mn-cs"/>
        </a:defRPr>
      </a:lvl5pPr>
      <a:lvl6pPr marL="2514600" indent="-283464" algn="l" defTabSz="914400" rtl="0" eaLnBrk="1" latinLnBrk="0" hangingPunct="1">
        <a:lnSpc>
          <a:spcPct val="112000"/>
        </a:lnSpc>
        <a:spcBef>
          <a:spcPts val="1300"/>
        </a:spcBef>
        <a:buFont typeface="Corbel" panose="020B0503020204020204" pitchFamily="34" charset="0"/>
        <a:buChar char="–"/>
        <a:defRPr sz="1400" kern="1200">
          <a:solidFill>
            <a:schemeClr val="tx1">
              <a:lumMod val="85000"/>
              <a:lumOff val="15000"/>
            </a:schemeClr>
          </a:solidFill>
          <a:latin typeface="+mn-lt"/>
          <a:ea typeface="+mn-ea"/>
          <a:cs typeface="+mn-cs"/>
        </a:defRPr>
      </a:lvl6pPr>
      <a:lvl7pPr marL="2971800" indent="-283464" algn="l" defTabSz="914400" rtl="0" eaLnBrk="1" latinLnBrk="0" hangingPunct="1">
        <a:lnSpc>
          <a:spcPct val="112000"/>
        </a:lnSpc>
        <a:spcBef>
          <a:spcPts val="1300"/>
        </a:spcBef>
        <a:buFont typeface="Arial" panose="020B0604020202020204" pitchFamily="34" charset="0"/>
        <a:buChar char="•"/>
        <a:defRPr sz="1400" i="1" kern="1200">
          <a:solidFill>
            <a:schemeClr val="tx1">
              <a:lumMod val="85000"/>
              <a:lumOff val="15000"/>
            </a:schemeClr>
          </a:solidFill>
          <a:latin typeface="+mn-lt"/>
          <a:ea typeface="+mn-ea"/>
          <a:cs typeface="+mn-cs"/>
        </a:defRPr>
      </a:lvl7pPr>
      <a:lvl8pPr marL="3429000" indent="-283464" algn="l" defTabSz="914400" rtl="0" eaLnBrk="1" latinLnBrk="0" hangingPunct="1">
        <a:lnSpc>
          <a:spcPct val="112000"/>
        </a:lnSpc>
        <a:spcBef>
          <a:spcPts val="1300"/>
        </a:spcBef>
        <a:buFont typeface="Corbel" panose="020B0503020204020204" pitchFamily="34" charset="0"/>
        <a:buChar char="–"/>
        <a:defRPr sz="1400" kern="1200">
          <a:solidFill>
            <a:schemeClr val="tx1">
              <a:lumMod val="85000"/>
              <a:lumOff val="15000"/>
            </a:schemeClr>
          </a:solidFill>
          <a:latin typeface="+mn-lt"/>
          <a:ea typeface="+mn-ea"/>
          <a:cs typeface="+mn-cs"/>
        </a:defRPr>
      </a:lvl8pPr>
      <a:lvl9pPr marL="3886200" indent="-283464" algn="l" defTabSz="914400" rtl="0" eaLnBrk="1" latinLnBrk="0" hangingPunct="1">
        <a:lnSpc>
          <a:spcPct val="112000"/>
        </a:lnSpc>
        <a:spcBef>
          <a:spcPts val="1300"/>
        </a:spcBef>
        <a:buFont typeface="Arial" panose="020B0604020202020204" pitchFamily="34" charset="0"/>
        <a:buChar char="•"/>
        <a:defRPr sz="1400" i="1" kern="1200" baseline="0">
          <a:solidFill>
            <a:schemeClr val="tx1">
              <a:lumMod val="85000"/>
              <a:lumOff val="1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2832">
          <p15:clr>
            <a:srgbClr val="F26B43"/>
          </p15:clr>
        </p15:guide>
        <p15:guide id="2" pos="480">
          <p15:clr>
            <a:srgbClr val="F26B43"/>
          </p15:clr>
        </p15:guide>
        <p15:guide id="3" orient="horz" pos="432">
          <p15:clr>
            <a:srgbClr val="F26B43"/>
          </p15:clr>
        </p15:guide>
        <p15:guide id="4" pos="7200">
          <p15:clr>
            <a:srgbClr val="F26B43"/>
          </p15:clr>
        </p15:guide>
        <p15:guide id="5" pos="3264">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07401088"/>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Lst>
  <p:txStyles>
    <p:titleStyle>
      <a:lvl1pPr algn="l" defTabSz="914400" rtl="0" eaLnBrk="1" latinLnBrk="0" hangingPunct="1">
        <a:lnSpc>
          <a:spcPct val="90000"/>
        </a:lnSpc>
        <a:spcBef>
          <a:spcPct val="0"/>
        </a:spcBef>
        <a:buNone/>
        <a:defRPr sz="4000" b="1" kern="1200">
          <a:solidFill>
            <a:srgbClr val="FDBA12"/>
          </a:solidFill>
          <a:latin typeface="Verdana" panose="020B0604030504040204" pitchFamily="34" charset="0"/>
          <a:ea typeface="Verdana" panose="020B0604030504040204" pitchFamily="34" charset="0"/>
          <a:cs typeface="Verdana" panose="020B0604030504040204" pitchFamily="34" charset="0"/>
        </a:defRPr>
      </a:lvl1pPr>
    </p:titleStyle>
    <p:bodyStyle>
      <a:lvl1pPr marL="0" indent="0" algn="l" defTabSz="914400" rtl="0" eaLnBrk="1" latinLnBrk="0" hangingPunct="1">
        <a:lnSpc>
          <a:spcPct val="90000"/>
        </a:lnSpc>
        <a:spcBef>
          <a:spcPts val="1000"/>
        </a:spcBef>
        <a:buFont typeface="Arial" panose="020B0604020202020204" pitchFamily="34" charset="0"/>
        <a:buNone/>
        <a:defRPr sz="3600" b="1" kern="1200" baseline="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855450" y="2492428"/>
            <a:ext cx="10691284" cy="3048437"/>
          </a:xfrm>
          <a:prstGeom prst="rect">
            <a:avLst/>
          </a:prstGeom>
        </p:spPr>
        <p:txBody>
          <a:bodyPr vert="horz" lIns="91440" tIns="45720" rIns="91440" bIns="45720" rtlCol="0" anchor="t">
            <a:normAutofit/>
          </a:bodyPr>
          <a:lstStyle>
            <a:lvl1pPr algn="l" defTabSz="914400" rtl="0" eaLnBrk="1" latinLnBrk="0" hangingPunct="1">
              <a:lnSpc>
                <a:spcPct val="85000"/>
              </a:lnSpc>
              <a:spcBef>
                <a:spcPct val="0"/>
              </a:spcBef>
              <a:buNone/>
              <a:defRPr sz="7700" b="0" i="1" kern="1200" cap="all" baseline="0">
                <a:solidFill>
                  <a:schemeClr val="tx2"/>
                </a:solidFill>
                <a:latin typeface="+mj-lt"/>
                <a:ea typeface="+mj-ea"/>
                <a:cs typeface="+mj-cs"/>
              </a:defRPr>
            </a:lvl1pPr>
          </a:lstStyle>
          <a:p>
            <a:pPr marL="0" marR="0" lvl="0" indent="0" algn="l" defTabSz="914400" rtl="0" eaLnBrk="1" fontAlgn="auto" latinLnBrk="0" hangingPunct="1">
              <a:lnSpc>
                <a:spcPct val="85000"/>
              </a:lnSpc>
              <a:spcBef>
                <a:spcPct val="0"/>
              </a:spcBef>
              <a:spcAft>
                <a:spcPts val="0"/>
              </a:spcAft>
              <a:buClrTx/>
              <a:buSzTx/>
              <a:buFontTx/>
              <a:buNone/>
              <a:tabLst/>
              <a:defRPr/>
            </a:pPr>
            <a:r>
              <a:rPr kumimoji="0" lang="en-AU" sz="9600" b="1" i="1" u="none" strike="noStrike" kern="1200" cap="all" spc="0" normalizeH="0" baseline="0" noProof="0" dirty="0">
                <a:ln>
                  <a:noFill/>
                </a:ln>
                <a:solidFill>
                  <a:srgbClr val="E9E5DC"/>
                </a:solidFill>
                <a:effectLst/>
                <a:uLnTx/>
                <a:uFillTx/>
                <a:latin typeface="Century Schoolbook" panose="02040604050505020304"/>
                <a:ea typeface="+mj-ea"/>
                <a:cs typeface="+mj-cs"/>
              </a:rPr>
              <a:t>Psychology</a:t>
            </a:r>
          </a:p>
        </p:txBody>
      </p:sp>
      <p:sp>
        <p:nvSpPr>
          <p:cNvPr id="5" name="Subtitle 2"/>
          <p:cNvSpPr txBox="1">
            <a:spLocks/>
          </p:cNvSpPr>
          <p:nvPr/>
        </p:nvSpPr>
        <p:spPr>
          <a:xfrm>
            <a:off x="962454" y="3663468"/>
            <a:ext cx="7034362" cy="706355"/>
          </a:xfrm>
          <a:prstGeom prst="rect">
            <a:avLst/>
          </a:prstGeom>
        </p:spPr>
        <p:txBody>
          <a:bodyPr vert="horz" lIns="91440" tIns="45720" rIns="91440" bIns="45720" rtlCol="0">
            <a:noAutofit/>
          </a:bodyPr>
          <a:lstStyle>
            <a:lvl1pPr marL="0" indent="0" algn="l" defTabSz="914400" rtl="0" eaLnBrk="1" latinLnBrk="0" hangingPunct="1">
              <a:lnSpc>
                <a:spcPct val="114000"/>
              </a:lnSpc>
              <a:spcBef>
                <a:spcPts val="0"/>
              </a:spcBef>
              <a:buFont typeface="Arial" panose="020B0604020202020204" pitchFamily="34" charset="0"/>
              <a:buNone/>
              <a:defRPr sz="2000" b="0" i="1" kern="1200" baseline="0">
                <a:solidFill>
                  <a:schemeClr val="tx2"/>
                </a:solidFill>
                <a:latin typeface="+mn-lt"/>
                <a:ea typeface="+mn-ea"/>
                <a:cs typeface="+mn-cs"/>
              </a:defRPr>
            </a:lvl1pPr>
            <a:lvl2pPr marL="457200" indent="0" algn="ctr" defTabSz="914400" rtl="0" eaLnBrk="1" latinLnBrk="0" hangingPunct="1">
              <a:lnSpc>
                <a:spcPct val="112000"/>
              </a:lnSpc>
              <a:spcBef>
                <a:spcPts val="900"/>
              </a:spcBef>
              <a:buFont typeface="Corbel" panose="020B0503020204020204" pitchFamily="34" charset="0"/>
              <a:buNone/>
              <a:defRPr sz="2000" kern="1200" baseline="0">
                <a:solidFill>
                  <a:schemeClr val="tx1">
                    <a:lumMod val="85000"/>
                    <a:lumOff val="15000"/>
                  </a:schemeClr>
                </a:solidFill>
                <a:latin typeface="+mn-lt"/>
                <a:ea typeface="+mn-ea"/>
                <a:cs typeface="+mn-cs"/>
              </a:defRPr>
            </a:lvl2pPr>
            <a:lvl3pPr marL="914400" indent="0" algn="ctr" defTabSz="914400" rtl="0" eaLnBrk="1" latinLnBrk="0" hangingPunct="1">
              <a:lnSpc>
                <a:spcPct val="112000"/>
              </a:lnSpc>
              <a:spcBef>
                <a:spcPts val="900"/>
              </a:spcBef>
              <a:buFont typeface="Arial" panose="020B0604020202020204" pitchFamily="34" charset="0"/>
              <a:buNone/>
              <a:defRPr sz="1800" kern="1200" baseline="0">
                <a:solidFill>
                  <a:schemeClr val="tx1">
                    <a:lumMod val="85000"/>
                    <a:lumOff val="15000"/>
                  </a:schemeClr>
                </a:solidFill>
                <a:latin typeface="+mn-lt"/>
                <a:ea typeface="+mn-ea"/>
                <a:cs typeface="+mn-cs"/>
              </a:defRPr>
            </a:lvl3pPr>
            <a:lvl4pPr marL="1371600" indent="0" algn="ctr" defTabSz="914400" rtl="0" eaLnBrk="1" latinLnBrk="0" hangingPunct="1">
              <a:lnSpc>
                <a:spcPct val="112000"/>
              </a:lnSpc>
              <a:spcBef>
                <a:spcPts val="900"/>
              </a:spcBef>
              <a:buFont typeface="Corbel" panose="020B0503020204020204" pitchFamily="34" charset="0"/>
              <a:buNone/>
              <a:defRPr sz="1600" kern="1200" baseline="0">
                <a:solidFill>
                  <a:schemeClr val="tx1">
                    <a:lumMod val="85000"/>
                    <a:lumOff val="15000"/>
                  </a:schemeClr>
                </a:solidFill>
                <a:latin typeface="+mn-lt"/>
                <a:ea typeface="+mn-ea"/>
                <a:cs typeface="+mn-cs"/>
              </a:defRPr>
            </a:lvl4pPr>
            <a:lvl5pPr marL="1828800" indent="0" algn="ctr" defTabSz="914400" rtl="0" eaLnBrk="1" latinLnBrk="0" hangingPunct="1">
              <a:lnSpc>
                <a:spcPct val="112000"/>
              </a:lnSpc>
              <a:spcBef>
                <a:spcPts val="900"/>
              </a:spcBef>
              <a:buFont typeface="Arial" panose="020B0604020202020204" pitchFamily="34" charset="0"/>
              <a:buNone/>
              <a:defRPr sz="1600" i="1" kern="1200" baseline="0">
                <a:solidFill>
                  <a:schemeClr val="tx1">
                    <a:lumMod val="85000"/>
                    <a:lumOff val="15000"/>
                  </a:schemeClr>
                </a:solidFill>
                <a:latin typeface="+mn-lt"/>
                <a:ea typeface="+mn-ea"/>
                <a:cs typeface="+mn-cs"/>
              </a:defRPr>
            </a:lvl5pPr>
            <a:lvl6pPr marL="2286000" indent="0" algn="ctr" defTabSz="914400" rtl="0" eaLnBrk="1" latinLnBrk="0" hangingPunct="1">
              <a:lnSpc>
                <a:spcPct val="112000"/>
              </a:lnSpc>
              <a:spcBef>
                <a:spcPts val="1300"/>
              </a:spcBef>
              <a:buFont typeface="Corbel" panose="020B0503020204020204" pitchFamily="34" charset="0"/>
              <a:buNone/>
              <a:defRPr sz="1600" kern="1200">
                <a:solidFill>
                  <a:schemeClr val="tx1">
                    <a:lumMod val="85000"/>
                    <a:lumOff val="15000"/>
                  </a:schemeClr>
                </a:solidFill>
                <a:latin typeface="+mn-lt"/>
                <a:ea typeface="+mn-ea"/>
                <a:cs typeface="+mn-cs"/>
              </a:defRPr>
            </a:lvl6pPr>
            <a:lvl7pPr marL="2743200" indent="0" algn="ctr" defTabSz="914400" rtl="0" eaLnBrk="1" latinLnBrk="0" hangingPunct="1">
              <a:lnSpc>
                <a:spcPct val="112000"/>
              </a:lnSpc>
              <a:spcBef>
                <a:spcPts val="1300"/>
              </a:spcBef>
              <a:buFont typeface="Arial" panose="020B0604020202020204" pitchFamily="34" charset="0"/>
              <a:buNone/>
              <a:defRPr sz="1600" i="1" kern="1200">
                <a:solidFill>
                  <a:schemeClr val="tx1">
                    <a:lumMod val="85000"/>
                    <a:lumOff val="15000"/>
                  </a:schemeClr>
                </a:solidFill>
                <a:latin typeface="+mn-lt"/>
                <a:ea typeface="+mn-ea"/>
                <a:cs typeface="+mn-cs"/>
              </a:defRPr>
            </a:lvl7pPr>
            <a:lvl8pPr marL="3200400" indent="0" algn="ctr" defTabSz="914400" rtl="0" eaLnBrk="1" latinLnBrk="0" hangingPunct="1">
              <a:lnSpc>
                <a:spcPct val="112000"/>
              </a:lnSpc>
              <a:spcBef>
                <a:spcPts val="1300"/>
              </a:spcBef>
              <a:buFont typeface="Corbel" panose="020B0503020204020204" pitchFamily="34" charset="0"/>
              <a:buNone/>
              <a:defRPr sz="1600" kern="1200">
                <a:solidFill>
                  <a:schemeClr val="tx1">
                    <a:lumMod val="85000"/>
                    <a:lumOff val="15000"/>
                  </a:schemeClr>
                </a:solidFill>
                <a:latin typeface="+mn-lt"/>
                <a:ea typeface="+mn-ea"/>
                <a:cs typeface="+mn-cs"/>
              </a:defRPr>
            </a:lvl8pPr>
            <a:lvl9pPr marL="3657600" indent="0" algn="ctr" defTabSz="914400" rtl="0" eaLnBrk="1" latinLnBrk="0" hangingPunct="1">
              <a:lnSpc>
                <a:spcPct val="112000"/>
              </a:lnSpc>
              <a:spcBef>
                <a:spcPts val="1300"/>
              </a:spcBef>
              <a:buFont typeface="Arial" panose="020B0604020202020204" pitchFamily="34" charset="0"/>
              <a:buNone/>
              <a:defRPr sz="1600" i="1" kern="1200" baseline="0">
                <a:solidFill>
                  <a:schemeClr val="tx1">
                    <a:lumMod val="85000"/>
                    <a:lumOff val="15000"/>
                  </a:schemeClr>
                </a:solidFill>
                <a:latin typeface="+mn-lt"/>
                <a:ea typeface="+mn-ea"/>
                <a:cs typeface="+mn-cs"/>
              </a:defRPr>
            </a:lvl9pPr>
          </a:lstStyle>
          <a:p>
            <a:pPr marL="0" marR="0" lvl="0" indent="0" algn="l" defTabSz="914400" rtl="0" eaLnBrk="1" fontAlgn="auto" latinLnBrk="0" hangingPunct="1">
              <a:lnSpc>
                <a:spcPct val="114000"/>
              </a:lnSpc>
              <a:spcBef>
                <a:spcPts val="0"/>
              </a:spcBef>
              <a:spcAft>
                <a:spcPts val="0"/>
              </a:spcAft>
              <a:buClrTx/>
              <a:buSzTx/>
              <a:buFont typeface="Arial" panose="020B0604020202020204" pitchFamily="34" charset="0"/>
              <a:buNone/>
              <a:tabLst/>
              <a:defRPr/>
            </a:pPr>
            <a:r>
              <a:rPr lang="en-AU" sz="4000" dirty="0">
                <a:solidFill>
                  <a:srgbClr val="E9E5DC"/>
                </a:solidFill>
                <a:latin typeface="Corbel" panose="020B0503020204020204"/>
              </a:rPr>
              <a:t>3</a:t>
            </a:r>
            <a:r>
              <a:rPr kumimoji="0" lang="en-AU" sz="4000" b="0" i="1" u="none" strike="noStrike" kern="1200" cap="none" spc="0" normalizeH="0" baseline="0" noProof="0" dirty="0">
                <a:ln>
                  <a:noFill/>
                </a:ln>
                <a:solidFill>
                  <a:srgbClr val="E9E5DC"/>
                </a:solidFill>
                <a:effectLst/>
                <a:uLnTx/>
                <a:uFillTx/>
                <a:latin typeface="Corbel" panose="020B0503020204020204"/>
                <a:ea typeface="+mn-ea"/>
                <a:cs typeface="+mn-cs"/>
              </a:rPr>
              <a:t>.3 Memory</a:t>
            </a:r>
          </a:p>
          <a:p>
            <a:pPr marL="0" marR="0" lvl="0" indent="0" algn="l" defTabSz="914400" rtl="0" eaLnBrk="1" fontAlgn="auto" latinLnBrk="0" hangingPunct="1">
              <a:lnSpc>
                <a:spcPct val="114000"/>
              </a:lnSpc>
              <a:spcBef>
                <a:spcPts val="0"/>
              </a:spcBef>
              <a:spcAft>
                <a:spcPts val="0"/>
              </a:spcAft>
              <a:buClrTx/>
              <a:buSzTx/>
              <a:buFont typeface="Arial" panose="020B0604020202020204" pitchFamily="34" charset="0"/>
              <a:buNone/>
              <a:tabLst/>
              <a:defRPr/>
            </a:pPr>
            <a:endParaRPr kumimoji="0" lang="en-AU" sz="4000" b="0" i="1" u="none" strike="noStrike" kern="1200" cap="none" spc="0" normalizeH="0" baseline="0" noProof="0" dirty="0">
              <a:ln>
                <a:noFill/>
              </a:ln>
              <a:solidFill>
                <a:srgbClr val="E9E5DC"/>
              </a:solidFill>
              <a:effectLst/>
              <a:uLnTx/>
              <a:uFillTx/>
              <a:latin typeface="Corbel" panose="020B0503020204020204"/>
              <a:ea typeface="+mn-ea"/>
              <a:cs typeface="+mn-cs"/>
            </a:endParaRPr>
          </a:p>
          <a:p>
            <a:pPr marL="0" marR="0" lvl="0" indent="0" algn="l" defTabSz="914400" rtl="0" eaLnBrk="1" fontAlgn="auto" latinLnBrk="0" hangingPunct="1">
              <a:lnSpc>
                <a:spcPct val="114000"/>
              </a:lnSpc>
              <a:spcBef>
                <a:spcPts val="0"/>
              </a:spcBef>
              <a:spcAft>
                <a:spcPts val="0"/>
              </a:spcAft>
              <a:buClrTx/>
              <a:buSzTx/>
              <a:buFont typeface="Arial" panose="020B0604020202020204" pitchFamily="34" charset="0"/>
              <a:buNone/>
              <a:tabLst/>
              <a:defRPr/>
            </a:pPr>
            <a:endParaRPr kumimoji="0" lang="en-AU" sz="4000" b="0" i="1" u="none" strike="noStrike" kern="1200" cap="none" spc="0" normalizeH="0" baseline="0" noProof="0" dirty="0">
              <a:ln>
                <a:noFill/>
              </a:ln>
              <a:solidFill>
                <a:srgbClr val="E9E5DC"/>
              </a:solidFill>
              <a:effectLst/>
              <a:uLnTx/>
              <a:uFillTx/>
              <a:latin typeface="Corbel" panose="020B0503020204020204"/>
              <a:ea typeface="+mn-ea"/>
              <a:cs typeface="+mn-cs"/>
            </a:endParaRPr>
          </a:p>
          <a:p>
            <a:pPr marL="0" marR="0" lvl="0" indent="0" algn="l" defTabSz="914400" rtl="0" eaLnBrk="1" fontAlgn="auto" latinLnBrk="0" hangingPunct="1">
              <a:lnSpc>
                <a:spcPct val="114000"/>
              </a:lnSpc>
              <a:spcBef>
                <a:spcPts val="0"/>
              </a:spcBef>
              <a:spcAft>
                <a:spcPts val="0"/>
              </a:spcAft>
              <a:buClrTx/>
              <a:buSzTx/>
              <a:buFont typeface="Arial" panose="020B0604020202020204" pitchFamily="34" charset="0"/>
              <a:buNone/>
              <a:tabLst/>
              <a:defRPr/>
            </a:pPr>
            <a:endParaRPr kumimoji="0" lang="en-AU" sz="4000" b="0" i="1" u="none" strike="noStrike" kern="1200" cap="none" spc="0" normalizeH="0" baseline="0" noProof="0" dirty="0">
              <a:ln>
                <a:noFill/>
              </a:ln>
              <a:solidFill>
                <a:srgbClr val="E9E5DC"/>
              </a:solidFill>
              <a:effectLst/>
              <a:uLnTx/>
              <a:uFillTx/>
              <a:latin typeface="Corbel" panose="020B0503020204020204"/>
              <a:ea typeface="+mn-ea"/>
              <a:cs typeface="+mn-cs"/>
            </a:endParaRPr>
          </a:p>
        </p:txBody>
      </p:sp>
    </p:spTree>
    <p:extLst>
      <p:ext uri="{BB962C8B-B14F-4D97-AF65-F5344CB8AC3E}">
        <p14:creationId xmlns:p14="http://schemas.microsoft.com/office/powerpoint/2010/main" val="15953094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idx="1"/>
          </p:nvPr>
        </p:nvSpPr>
        <p:spPr>
          <a:xfrm>
            <a:off x="4478481" y="254644"/>
            <a:ext cx="6996707" cy="819150"/>
          </a:xfrm>
        </p:spPr>
        <p:txBody>
          <a:bodyPr>
            <a:normAutofit/>
          </a:bodyPr>
          <a:lstStyle/>
          <a:p>
            <a:pPr algn="l"/>
            <a:r>
              <a:rPr lang="en-AU" sz="4000" b="1" u="sng" dirty="0">
                <a:solidFill>
                  <a:schemeClr val="tx1"/>
                </a:solidFill>
              </a:rPr>
              <a:t>Learning Objectives         </a:t>
            </a:r>
          </a:p>
        </p:txBody>
      </p:sp>
      <p:pic>
        <p:nvPicPr>
          <p:cNvPr id="8" name="Picture 7"/>
          <p:cNvPicPr>
            <a:picLocks noChangeAspect="1"/>
          </p:cNvPicPr>
          <p:nvPr/>
        </p:nvPicPr>
        <p:blipFill>
          <a:blip r:embed="rId2"/>
          <a:stretch>
            <a:fillRect/>
          </a:stretch>
        </p:blipFill>
        <p:spPr>
          <a:xfrm>
            <a:off x="0" y="0"/>
            <a:ext cx="4202253" cy="6858000"/>
          </a:xfrm>
          <a:prstGeom prst="rect">
            <a:avLst/>
          </a:prstGeom>
        </p:spPr>
      </p:pic>
      <p:sp>
        <p:nvSpPr>
          <p:cNvPr id="9" name="Text Placeholder 4"/>
          <p:cNvSpPr txBox="1">
            <a:spLocks/>
          </p:cNvSpPr>
          <p:nvPr/>
        </p:nvSpPr>
        <p:spPr>
          <a:xfrm>
            <a:off x="4202253" y="900925"/>
            <a:ext cx="7733585" cy="5813714"/>
          </a:xfrm>
          <a:prstGeom prst="rect">
            <a:avLst/>
          </a:prstGeom>
        </p:spPr>
        <p:txBody>
          <a:bodyPr vert="horz" lIns="91440" tIns="45720" rIns="91440" bIns="45720" rtlCol="0" anchor="ctr">
            <a:noAutofit/>
          </a:bodyPr>
          <a:lstStyle>
            <a:lvl1pPr marL="0" indent="0" algn="r" defTabSz="914400" rtl="0" eaLnBrk="1" latinLnBrk="0" hangingPunct="1">
              <a:lnSpc>
                <a:spcPct val="113000"/>
              </a:lnSpc>
              <a:spcBef>
                <a:spcPts val="0"/>
              </a:spcBef>
              <a:buFont typeface="Arial" panose="020B0604020202020204" pitchFamily="34" charset="0"/>
              <a:buNone/>
              <a:defRPr sz="2000" b="0" i="1" kern="1200" baseline="0">
                <a:solidFill>
                  <a:schemeClr val="accent1"/>
                </a:solidFill>
                <a:latin typeface="+mn-lt"/>
                <a:ea typeface="+mn-ea"/>
                <a:cs typeface="+mn-cs"/>
              </a:defRPr>
            </a:lvl1pPr>
            <a:lvl2pPr marL="457200" indent="0" algn="l" defTabSz="914400" rtl="0" eaLnBrk="1" latinLnBrk="0" hangingPunct="1">
              <a:lnSpc>
                <a:spcPct val="112000"/>
              </a:lnSpc>
              <a:spcBef>
                <a:spcPts val="900"/>
              </a:spcBef>
              <a:buFont typeface="Corbel" panose="020B0503020204020204" pitchFamily="34" charset="0"/>
              <a:buNone/>
              <a:defRPr sz="2000" kern="1200" baseline="0">
                <a:solidFill>
                  <a:schemeClr val="tx1">
                    <a:tint val="75000"/>
                  </a:schemeClr>
                </a:solidFill>
                <a:latin typeface="+mn-lt"/>
                <a:ea typeface="+mn-ea"/>
                <a:cs typeface="+mn-cs"/>
              </a:defRPr>
            </a:lvl2pPr>
            <a:lvl3pPr marL="914400" indent="0" algn="l" defTabSz="914400" rtl="0" eaLnBrk="1" latinLnBrk="0" hangingPunct="1">
              <a:lnSpc>
                <a:spcPct val="112000"/>
              </a:lnSpc>
              <a:spcBef>
                <a:spcPts val="900"/>
              </a:spcBef>
              <a:buFont typeface="Arial" panose="020B0604020202020204" pitchFamily="34" charset="0"/>
              <a:buNone/>
              <a:defRPr sz="1800" kern="1200" baseline="0">
                <a:solidFill>
                  <a:schemeClr val="tx1">
                    <a:tint val="75000"/>
                  </a:schemeClr>
                </a:solidFill>
                <a:latin typeface="+mn-lt"/>
                <a:ea typeface="+mn-ea"/>
                <a:cs typeface="+mn-cs"/>
              </a:defRPr>
            </a:lvl3pPr>
            <a:lvl4pPr marL="1371600" indent="0" algn="l" defTabSz="914400" rtl="0" eaLnBrk="1" latinLnBrk="0" hangingPunct="1">
              <a:lnSpc>
                <a:spcPct val="112000"/>
              </a:lnSpc>
              <a:spcBef>
                <a:spcPts val="900"/>
              </a:spcBef>
              <a:buFont typeface="Corbel" panose="020B0503020204020204" pitchFamily="34" charset="0"/>
              <a:buNone/>
              <a:defRPr sz="1600" kern="1200" baseline="0">
                <a:solidFill>
                  <a:schemeClr val="tx1">
                    <a:tint val="75000"/>
                  </a:schemeClr>
                </a:solidFill>
                <a:latin typeface="+mn-lt"/>
                <a:ea typeface="+mn-ea"/>
                <a:cs typeface="+mn-cs"/>
              </a:defRPr>
            </a:lvl4pPr>
            <a:lvl5pPr marL="1828800" indent="0" algn="l" defTabSz="914400" rtl="0" eaLnBrk="1" latinLnBrk="0" hangingPunct="1">
              <a:lnSpc>
                <a:spcPct val="112000"/>
              </a:lnSpc>
              <a:spcBef>
                <a:spcPts val="900"/>
              </a:spcBef>
              <a:buFont typeface="Arial" panose="020B0604020202020204" pitchFamily="34" charset="0"/>
              <a:buNone/>
              <a:defRPr sz="1600" i="1" kern="1200" baseline="0">
                <a:solidFill>
                  <a:schemeClr val="tx1">
                    <a:tint val="75000"/>
                  </a:schemeClr>
                </a:solidFill>
                <a:latin typeface="+mn-lt"/>
                <a:ea typeface="+mn-ea"/>
                <a:cs typeface="+mn-cs"/>
              </a:defRPr>
            </a:lvl5pPr>
            <a:lvl6pPr marL="2286000" indent="0" algn="l" defTabSz="914400" rtl="0" eaLnBrk="1" latinLnBrk="0" hangingPunct="1">
              <a:lnSpc>
                <a:spcPct val="112000"/>
              </a:lnSpc>
              <a:spcBef>
                <a:spcPts val="1300"/>
              </a:spcBef>
              <a:buFont typeface="Corbel" panose="020B0503020204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112000"/>
              </a:lnSpc>
              <a:spcBef>
                <a:spcPts val="1300"/>
              </a:spcBef>
              <a:buFont typeface="Arial" panose="020B0604020202020204" pitchFamily="34" charset="0"/>
              <a:buNone/>
              <a:defRPr sz="1600" i="1" kern="1200">
                <a:solidFill>
                  <a:schemeClr val="tx1">
                    <a:tint val="75000"/>
                  </a:schemeClr>
                </a:solidFill>
                <a:latin typeface="+mn-lt"/>
                <a:ea typeface="+mn-ea"/>
                <a:cs typeface="+mn-cs"/>
              </a:defRPr>
            </a:lvl7pPr>
            <a:lvl8pPr marL="3200400" indent="0" algn="l" defTabSz="914400" rtl="0" eaLnBrk="1" latinLnBrk="0" hangingPunct="1">
              <a:lnSpc>
                <a:spcPct val="112000"/>
              </a:lnSpc>
              <a:spcBef>
                <a:spcPts val="1300"/>
              </a:spcBef>
              <a:buFont typeface="Corbel" panose="020B0503020204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112000"/>
              </a:lnSpc>
              <a:spcBef>
                <a:spcPts val="1300"/>
              </a:spcBef>
              <a:buFont typeface="Arial" panose="020B0604020202020204" pitchFamily="34" charset="0"/>
              <a:buNone/>
              <a:defRPr sz="1600" i="1" kern="1200" baseline="0">
                <a:solidFill>
                  <a:schemeClr val="tx1">
                    <a:tint val="75000"/>
                  </a:schemeClr>
                </a:solidFill>
                <a:latin typeface="+mn-lt"/>
                <a:ea typeface="+mn-ea"/>
                <a:cs typeface="+mn-cs"/>
              </a:defRPr>
            </a:lvl9pPr>
          </a:lstStyle>
          <a:p>
            <a:pPr algn="l">
              <a:buClr>
                <a:schemeClr val="accent1"/>
              </a:buClr>
            </a:pPr>
            <a:endParaRPr lang="en-AU" i="0" dirty="0">
              <a:solidFill>
                <a:schemeClr val="tx1"/>
              </a:solidFill>
            </a:endParaRPr>
          </a:p>
        </p:txBody>
      </p:sp>
      <p:sp>
        <p:nvSpPr>
          <p:cNvPr id="3" name="TextBox 2">
            <a:extLst>
              <a:ext uri="{FF2B5EF4-FFF2-40B4-BE49-F238E27FC236}">
                <a16:creationId xmlns:a16="http://schemas.microsoft.com/office/drawing/2014/main" id="{91F79CC3-8213-F2C7-5094-828FFF509C8C}"/>
              </a:ext>
            </a:extLst>
          </p:cNvPr>
          <p:cNvSpPr txBox="1"/>
          <p:nvPr/>
        </p:nvSpPr>
        <p:spPr>
          <a:xfrm>
            <a:off x="4202253" y="979468"/>
            <a:ext cx="7807255" cy="5139869"/>
          </a:xfrm>
          <a:prstGeom prst="rect">
            <a:avLst/>
          </a:prstGeom>
          <a:noFill/>
        </p:spPr>
        <p:txBody>
          <a:bodyPr wrap="square">
            <a:spAutoFit/>
          </a:bodyPr>
          <a:lstStyle/>
          <a:p>
            <a:r>
              <a:rPr lang="en-AU" sz="2400" i="1" dirty="0"/>
              <a:t>Science understanding</a:t>
            </a:r>
            <a:endParaRPr lang="en-AU" sz="2400" dirty="0"/>
          </a:p>
          <a:p>
            <a:pPr marL="342900" indent="-342900" fontAlgn="ctr">
              <a:buFont typeface="Arial" panose="020B0604020202020204" pitchFamily="34" charset="0"/>
              <a:buChar char="•"/>
            </a:pPr>
            <a:r>
              <a:rPr lang="en-AU" sz="2200" dirty="0"/>
              <a:t>Interpret data about the context-dependency of memory from a modified experiment following Grant et al. (1998).</a:t>
            </a:r>
          </a:p>
          <a:p>
            <a:r>
              <a:rPr lang="en-AU" sz="2400" dirty="0"/>
              <a:t> </a:t>
            </a:r>
            <a:r>
              <a:rPr lang="en-AU" sz="2400" i="1" dirty="0"/>
              <a:t>Science as a human endeavour (SHE)</a:t>
            </a:r>
            <a:endParaRPr lang="en-AU" sz="2400" dirty="0"/>
          </a:p>
          <a:p>
            <a:pPr marL="342900" indent="-342900" fontAlgn="ctr">
              <a:buFont typeface="Arial" panose="020B0604020202020204" pitchFamily="34" charset="0"/>
              <a:buChar char="•"/>
            </a:pPr>
            <a:r>
              <a:rPr lang="en-AU" sz="2200" dirty="0"/>
              <a:t>Consider that investigations into memory can be limited in their ability to provide definitive answers as the evidence is open to interpretation.</a:t>
            </a:r>
          </a:p>
          <a:p>
            <a:r>
              <a:rPr lang="en-AU" sz="2400" dirty="0"/>
              <a:t> </a:t>
            </a:r>
            <a:r>
              <a:rPr lang="en-AU" sz="2400" i="1" dirty="0"/>
              <a:t>Science inquiry</a:t>
            </a:r>
            <a:endParaRPr lang="en-AU" sz="2400" dirty="0"/>
          </a:p>
          <a:p>
            <a:pPr marL="342900" indent="-342900">
              <a:buFont typeface="Arial" panose="020B0604020202020204" pitchFamily="34" charset="0"/>
              <a:buChar char="•"/>
            </a:pPr>
            <a:r>
              <a:rPr lang="en-AU" sz="2200" dirty="0"/>
              <a:t>The following subject matter may be assessed in the internal assessments.</a:t>
            </a:r>
          </a:p>
          <a:p>
            <a:pPr marL="342900" indent="-342900" fontAlgn="ctr">
              <a:buFont typeface="Arial" panose="020B0604020202020204" pitchFamily="34" charset="0"/>
              <a:buChar char="•"/>
            </a:pPr>
            <a:r>
              <a:rPr lang="en-AU" sz="2200" dirty="0"/>
              <a:t>Investigate:</a:t>
            </a:r>
          </a:p>
          <a:p>
            <a:pPr marL="800100" lvl="1" indent="-342900" fontAlgn="ctr">
              <a:buFont typeface="Arial" panose="020B0604020202020204" pitchFamily="34" charset="0"/>
              <a:buChar char="•"/>
            </a:pPr>
            <a:r>
              <a:rPr lang="en-AU" sz="2000" dirty="0"/>
              <a:t>the context-dependency of memory by modifying an experiment (Grant et al. 1998)</a:t>
            </a:r>
          </a:p>
          <a:p>
            <a:pPr marL="800100" lvl="1" indent="-342900" fontAlgn="ctr">
              <a:buFont typeface="Arial" panose="020B0604020202020204" pitchFamily="34" charset="0"/>
              <a:buChar char="•"/>
            </a:pPr>
            <a:r>
              <a:rPr lang="en-AU" sz="2000" dirty="0"/>
              <a:t>context-dependent cues on memory, e.g. Tulving &amp; </a:t>
            </a:r>
            <a:r>
              <a:rPr lang="en-AU" sz="2000" dirty="0" err="1"/>
              <a:t>Pearlstone</a:t>
            </a:r>
            <a:r>
              <a:rPr lang="en-AU" sz="2000" dirty="0"/>
              <a:t> (1966).</a:t>
            </a:r>
          </a:p>
        </p:txBody>
      </p:sp>
    </p:spTree>
    <p:extLst>
      <p:ext uri="{BB962C8B-B14F-4D97-AF65-F5344CB8AC3E}">
        <p14:creationId xmlns:p14="http://schemas.microsoft.com/office/powerpoint/2010/main" val="19955058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 name="Text Placeholder 4"/>
          <p:cNvSpPr>
            <a:spLocks noGrp="1"/>
          </p:cNvSpPr>
          <p:nvPr>
            <p:ph type="body" idx="1"/>
          </p:nvPr>
        </p:nvSpPr>
        <p:spPr>
          <a:xfrm>
            <a:off x="305647" y="1765259"/>
            <a:ext cx="10905436" cy="2492234"/>
          </a:xfrm>
        </p:spPr>
        <p:txBody>
          <a:bodyPr>
            <a:noAutofit/>
          </a:bodyPr>
          <a:lstStyle/>
          <a:p>
            <a:pPr algn="l"/>
            <a:r>
              <a:rPr lang="en-AU" sz="7200" b="1" dirty="0">
                <a:latin typeface="+mj-lt"/>
              </a:rPr>
              <a:t>Grant et al. (1998) Practical</a:t>
            </a:r>
          </a:p>
        </p:txBody>
      </p:sp>
    </p:spTree>
    <p:extLst>
      <p:ext uri="{BB962C8B-B14F-4D97-AF65-F5344CB8AC3E}">
        <p14:creationId xmlns:p14="http://schemas.microsoft.com/office/powerpoint/2010/main" val="16777048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Text Placeholder 4"/>
          <p:cNvSpPr>
            <a:spLocks noGrp="1"/>
          </p:cNvSpPr>
          <p:nvPr>
            <p:ph type="body" idx="1"/>
          </p:nvPr>
        </p:nvSpPr>
        <p:spPr>
          <a:xfrm>
            <a:off x="229350" y="629014"/>
            <a:ext cx="11871351" cy="6051348"/>
          </a:xfrm>
        </p:spPr>
        <p:txBody>
          <a:bodyPr>
            <a:noAutofit/>
          </a:bodyPr>
          <a:lstStyle/>
          <a:p>
            <a:pPr algn="l"/>
            <a:r>
              <a:rPr lang="en-AU" sz="2600" i="0" dirty="0">
                <a:solidFill>
                  <a:schemeClr val="tx1"/>
                </a:solidFill>
              </a:rPr>
              <a:t>Context – </a:t>
            </a:r>
          </a:p>
          <a:p>
            <a:pPr marL="457200" indent="-457200" algn="l">
              <a:buClr>
                <a:schemeClr val="accent1"/>
              </a:buClr>
              <a:buFont typeface="Wingdings" panose="05000000000000000000" pitchFamily="2" charset="2"/>
              <a:buChar char="§"/>
            </a:pPr>
            <a:r>
              <a:rPr lang="en-AU" sz="2800" i="0" dirty="0">
                <a:solidFill>
                  <a:schemeClr val="tx1"/>
                </a:solidFill>
              </a:rPr>
              <a:t>The context-dependency of memory by modifying an experiment (Grant et al. 1998)</a:t>
            </a:r>
          </a:p>
          <a:p>
            <a:pPr marL="457200" indent="-457200" algn="l">
              <a:buClr>
                <a:schemeClr val="accent1"/>
              </a:buClr>
              <a:buFont typeface="Wingdings" panose="05000000000000000000" pitchFamily="2" charset="2"/>
              <a:buChar char="§"/>
            </a:pPr>
            <a:r>
              <a:rPr lang="en-AU" sz="2600" i="0" dirty="0">
                <a:solidFill>
                  <a:schemeClr val="tx1"/>
                </a:solidFill>
              </a:rPr>
              <a:t>Context dependent memory </a:t>
            </a:r>
            <a:r>
              <a:rPr lang="en-AU" sz="2600" i="0" dirty="0">
                <a:solidFill>
                  <a:srgbClr val="00B0F0"/>
                </a:solidFill>
              </a:rPr>
              <a:t>material</a:t>
            </a:r>
            <a:r>
              <a:rPr lang="en-AU" sz="2600" i="0" dirty="0">
                <a:solidFill>
                  <a:schemeClr val="tx1"/>
                </a:solidFill>
              </a:rPr>
              <a:t> tested in the same </a:t>
            </a:r>
            <a:r>
              <a:rPr lang="en-AU" sz="2600" i="0" dirty="0"/>
              <a:t>environment</a:t>
            </a:r>
            <a:r>
              <a:rPr lang="en-AU" sz="2600" i="0" dirty="0">
                <a:solidFill>
                  <a:schemeClr val="tx1"/>
                </a:solidFill>
              </a:rPr>
              <a:t> as it is studied is better </a:t>
            </a:r>
            <a:r>
              <a:rPr lang="en-AU" sz="2600" i="0" dirty="0">
                <a:solidFill>
                  <a:srgbClr val="7030A0"/>
                </a:solidFill>
              </a:rPr>
              <a:t>remembered</a:t>
            </a:r>
            <a:r>
              <a:rPr lang="en-AU" sz="2600" i="0" dirty="0">
                <a:solidFill>
                  <a:schemeClr val="tx1"/>
                </a:solidFill>
              </a:rPr>
              <a:t> than when there is a mismatch between study and test environments</a:t>
            </a:r>
          </a:p>
          <a:p>
            <a:pPr marL="457200" indent="-457200" algn="l">
              <a:buClr>
                <a:schemeClr val="accent1"/>
              </a:buClr>
              <a:buFont typeface="Wingdings" panose="05000000000000000000" pitchFamily="2" charset="2"/>
              <a:buChar char="§"/>
            </a:pPr>
            <a:r>
              <a:rPr lang="en-AU" sz="2600" i="0" dirty="0">
                <a:solidFill>
                  <a:schemeClr val="tx1"/>
                </a:solidFill>
              </a:rPr>
              <a:t>Refer to document on OneNote for further details</a:t>
            </a:r>
          </a:p>
          <a:p>
            <a:pPr marL="914400" lvl="1" indent="-457200">
              <a:buClr>
                <a:schemeClr val="accent1"/>
              </a:buClr>
              <a:buFont typeface="Wingdings" panose="05000000000000000000" pitchFamily="2" charset="2"/>
              <a:buChar char="§"/>
            </a:pPr>
            <a:r>
              <a:rPr lang="en-AU" sz="2600" dirty="0">
                <a:solidFill>
                  <a:schemeClr val="tx1"/>
                </a:solidFill>
              </a:rPr>
              <a:t>Practical task sheet</a:t>
            </a:r>
          </a:p>
          <a:p>
            <a:pPr marL="914400" lvl="1" indent="-457200">
              <a:buClr>
                <a:schemeClr val="accent1"/>
              </a:buClr>
              <a:buFont typeface="Wingdings" panose="05000000000000000000" pitchFamily="2" charset="2"/>
              <a:buChar char="§"/>
            </a:pPr>
            <a:r>
              <a:rPr lang="en-AU" sz="2600" i="0" dirty="0">
                <a:solidFill>
                  <a:schemeClr val="tx1"/>
                </a:solidFill>
              </a:rPr>
              <a:t>Reading</a:t>
            </a:r>
          </a:p>
          <a:p>
            <a:pPr marL="914400" lvl="1" indent="-457200">
              <a:buClr>
                <a:schemeClr val="accent1"/>
              </a:buClr>
              <a:buFont typeface="Wingdings" panose="05000000000000000000" pitchFamily="2" charset="2"/>
              <a:buChar char="§"/>
            </a:pPr>
            <a:r>
              <a:rPr lang="en-AU" sz="2600" dirty="0">
                <a:solidFill>
                  <a:schemeClr val="tx1"/>
                </a:solidFill>
              </a:rPr>
              <a:t>Response sheet </a:t>
            </a:r>
          </a:p>
          <a:p>
            <a:pPr marL="914400" lvl="1" indent="-457200">
              <a:buClr>
                <a:schemeClr val="accent1"/>
              </a:buClr>
              <a:buFont typeface="Wingdings" panose="05000000000000000000" pitchFamily="2" charset="2"/>
              <a:buChar char="§"/>
            </a:pPr>
            <a:r>
              <a:rPr lang="en-AU" sz="2600" i="0" dirty="0">
                <a:solidFill>
                  <a:schemeClr val="tx1"/>
                </a:solidFill>
              </a:rPr>
              <a:t>Results</a:t>
            </a:r>
          </a:p>
          <a:p>
            <a:pPr marL="914400" lvl="1" indent="-457200">
              <a:buClr>
                <a:schemeClr val="accent1"/>
              </a:buClr>
              <a:buFont typeface="Wingdings" panose="05000000000000000000" pitchFamily="2" charset="2"/>
              <a:buChar char="§"/>
            </a:pPr>
            <a:r>
              <a:rPr lang="en-AU" sz="2600" dirty="0">
                <a:solidFill>
                  <a:schemeClr val="tx1"/>
                </a:solidFill>
              </a:rPr>
              <a:t>Excel document</a:t>
            </a:r>
            <a:endParaRPr lang="en-AU" sz="2600" i="0" dirty="0">
              <a:solidFill>
                <a:schemeClr val="tx1"/>
              </a:solidFill>
            </a:endParaRPr>
          </a:p>
          <a:p>
            <a:pPr marL="457200" indent="-457200" algn="l">
              <a:buClr>
                <a:schemeClr val="accent1"/>
              </a:buClr>
              <a:buFont typeface="Wingdings" panose="05000000000000000000" pitchFamily="2" charset="2"/>
              <a:buChar char="§"/>
            </a:pPr>
            <a:endParaRPr lang="en-AU" sz="1600" i="0" dirty="0">
              <a:solidFill>
                <a:schemeClr val="tx1"/>
              </a:solidFill>
            </a:endParaRPr>
          </a:p>
        </p:txBody>
      </p:sp>
    </p:spTree>
    <p:extLst>
      <p:ext uri="{BB962C8B-B14F-4D97-AF65-F5344CB8AC3E}">
        <p14:creationId xmlns:p14="http://schemas.microsoft.com/office/powerpoint/2010/main" val="35492005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37A44D-C945-1769-0450-8A2C9064937E}"/>
            </a:ext>
          </a:extLst>
        </p:cNvPr>
        <p:cNvGrpSpPr/>
        <p:nvPr/>
      </p:nvGrpSpPr>
      <p:grpSpPr>
        <a:xfrm>
          <a:off x="0" y="0"/>
          <a:ext cx="0" cy="0"/>
          <a:chOff x="0" y="0"/>
          <a:chExt cx="0" cy="0"/>
        </a:xfrm>
      </p:grpSpPr>
      <p:sp>
        <p:nvSpPr>
          <p:cNvPr id="6" name="Text Placeholder 4">
            <a:extLst>
              <a:ext uri="{FF2B5EF4-FFF2-40B4-BE49-F238E27FC236}">
                <a16:creationId xmlns:a16="http://schemas.microsoft.com/office/drawing/2014/main" id="{EE3C07E4-F40A-9F95-6902-0912B1120B87}"/>
              </a:ext>
            </a:extLst>
          </p:cNvPr>
          <p:cNvSpPr>
            <a:spLocks noGrp="1"/>
          </p:cNvSpPr>
          <p:nvPr>
            <p:ph type="body" idx="1"/>
          </p:nvPr>
        </p:nvSpPr>
        <p:spPr>
          <a:xfrm>
            <a:off x="398834" y="2638890"/>
            <a:ext cx="10905436" cy="819150"/>
          </a:xfrm>
        </p:spPr>
        <p:txBody>
          <a:bodyPr>
            <a:noAutofit/>
          </a:bodyPr>
          <a:lstStyle/>
          <a:p>
            <a:pPr algn="l"/>
            <a:r>
              <a:rPr lang="en-AU" sz="7200" b="1" dirty="0">
                <a:latin typeface="+mj-lt"/>
              </a:rPr>
              <a:t>Tulving and </a:t>
            </a:r>
            <a:r>
              <a:rPr lang="en-AU" sz="7200" b="1" dirty="0" err="1">
                <a:latin typeface="+mj-lt"/>
              </a:rPr>
              <a:t>Pearlstone</a:t>
            </a:r>
            <a:r>
              <a:rPr lang="en-AU" sz="7200" b="1" dirty="0">
                <a:latin typeface="+mj-lt"/>
              </a:rPr>
              <a:t> (1966) Practical</a:t>
            </a:r>
          </a:p>
        </p:txBody>
      </p:sp>
    </p:spTree>
    <p:extLst>
      <p:ext uri="{BB962C8B-B14F-4D97-AF65-F5344CB8AC3E}">
        <p14:creationId xmlns:p14="http://schemas.microsoft.com/office/powerpoint/2010/main" val="35422893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 name="Text Placeholder 2"/>
          <p:cNvSpPr txBox="1">
            <a:spLocks/>
          </p:cNvSpPr>
          <p:nvPr/>
        </p:nvSpPr>
        <p:spPr>
          <a:xfrm>
            <a:off x="728975" y="420272"/>
            <a:ext cx="10607935" cy="819150"/>
          </a:xfrm>
          <a:prstGeom prst="rect">
            <a:avLst/>
          </a:prstGeom>
        </p:spPr>
        <p:txBody>
          <a:bodyPr vert="horz" lIns="91440" tIns="45720" rIns="91440" bIns="45720" rtlCol="0" anchor="ctr">
            <a:noAutofit/>
          </a:bodyPr>
          <a:lstStyle>
            <a:lvl1pPr marL="0" indent="0" algn="r" defTabSz="914400" rtl="0" eaLnBrk="1" latinLnBrk="0" hangingPunct="1">
              <a:lnSpc>
                <a:spcPct val="113000"/>
              </a:lnSpc>
              <a:spcBef>
                <a:spcPts val="0"/>
              </a:spcBef>
              <a:buFont typeface="Arial" panose="020B0604020202020204" pitchFamily="34" charset="0"/>
              <a:buNone/>
              <a:defRPr sz="2000" b="0" i="1" kern="1200" baseline="0">
                <a:solidFill>
                  <a:schemeClr val="accent1"/>
                </a:solidFill>
                <a:latin typeface="+mn-lt"/>
                <a:ea typeface="+mn-ea"/>
                <a:cs typeface="+mn-cs"/>
              </a:defRPr>
            </a:lvl1pPr>
            <a:lvl2pPr marL="457200" indent="0" algn="l" defTabSz="914400" rtl="0" eaLnBrk="1" latinLnBrk="0" hangingPunct="1">
              <a:lnSpc>
                <a:spcPct val="112000"/>
              </a:lnSpc>
              <a:spcBef>
                <a:spcPts val="900"/>
              </a:spcBef>
              <a:buFont typeface="Corbel" panose="020B0503020204020204" pitchFamily="34" charset="0"/>
              <a:buNone/>
              <a:defRPr sz="2000" kern="1200" baseline="0">
                <a:solidFill>
                  <a:schemeClr val="tx1">
                    <a:tint val="75000"/>
                  </a:schemeClr>
                </a:solidFill>
                <a:latin typeface="+mn-lt"/>
                <a:ea typeface="+mn-ea"/>
                <a:cs typeface="+mn-cs"/>
              </a:defRPr>
            </a:lvl2pPr>
            <a:lvl3pPr marL="914400" indent="0" algn="l" defTabSz="914400" rtl="0" eaLnBrk="1" latinLnBrk="0" hangingPunct="1">
              <a:lnSpc>
                <a:spcPct val="112000"/>
              </a:lnSpc>
              <a:spcBef>
                <a:spcPts val="900"/>
              </a:spcBef>
              <a:buFont typeface="Arial" panose="020B0604020202020204" pitchFamily="34" charset="0"/>
              <a:buNone/>
              <a:defRPr sz="1800" kern="1200" baseline="0">
                <a:solidFill>
                  <a:schemeClr val="tx1">
                    <a:tint val="75000"/>
                  </a:schemeClr>
                </a:solidFill>
                <a:latin typeface="+mn-lt"/>
                <a:ea typeface="+mn-ea"/>
                <a:cs typeface="+mn-cs"/>
              </a:defRPr>
            </a:lvl3pPr>
            <a:lvl4pPr marL="1371600" indent="0" algn="l" defTabSz="914400" rtl="0" eaLnBrk="1" latinLnBrk="0" hangingPunct="1">
              <a:lnSpc>
                <a:spcPct val="112000"/>
              </a:lnSpc>
              <a:spcBef>
                <a:spcPts val="900"/>
              </a:spcBef>
              <a:buFont typeface="Corbel" panose="020B0503020204020204" pitchFamily="34" charset="0"/>
              <a:buNone/>
              <a:defRPr sz="1600" kern="1200" baseline="0">
                <a:solidFill>
                  <a:schemeClr val="tx1">
                    <a:tint val="75000"/>
                  </a:schemeClr>
                </a:solidFill>
                <a:latin typeface="+mn-lt"/>
                <a:ea typeface="+mn-ea"/>
                <a:cs typeface="+mn-cs"/>
              </a:defRPr>
            </a:lvl4pPr>
            <a:lvl5pPr marL="1828800" indent="0" algn="l" defTabSz="914400" rtl="0" eaLnBrk="1" latinLnBrk="0" hangingPunct="1">
              <a:lnSpc>
                <a:spcPct val="112000"/>
              </a:lnSpc>
              <a:spcBef>
                <a:spcPts val="900"/>
              </a:spcBef>
              <a:buFont typeface="Arial" panose="020B0604020202020204" pitchFamily="34" charset="0"/>
              <a:buNone/>
              <a:defRPr sz="1600" i="1" kern="1200" baseline="0">
                <a:solidFill>
                  <a:schemeClr val="tx1">
                    <a:tint val="75000"/>
                  </a:schemeClr>
                </a:solidFill>
                <a:latin typeface="+mn-lt"/>
                <a:ea typeface="+mn-ea"/>
                <a:cs typeface="+mn-cs"/>
              </a:defRPr>
            </a:lvl5pPr>
            <a:lvl6pPr marL="2286000" indent="0" algn="l" defTabSz="914400" rtl="0" eaLnBrk="1" latinLnBrk="0" hangingPunct="1">
              <a:lnSpc>
                <a:spcPct val="112000"/>
              </a:lnSpc>
              <a:spcBef>
                <a:spcPts val="1300"/>
              </a:spcBef>
              <a:buFont typeface="Corbel" panose="020B0503020204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112000"/>
              </a:lnSpc>
              <a:spcBef>
                <a:spcPts val="1300"/>
              </a:spcBef>
              <a:buFont typeface="Arial" panose="020B0604020202020204" pitchFamily="34" charset="0"/>
              <a:buNone/>
              <a:defRPr sz="1600" i="1" kern="1200">
                <a:solidFill>
                  <a:schemeClr val="tx1">
                    <a:tint val="75000"/>
                  </a:schemeClr>
                </a:solidFill>
                <a:latin typeface="+mn-lt"/>
                <a:ea typeface="+mn-ea"/>
                <a:cs typeface="+mn-cs"/>
              </a:defRPr>
            </a:lvl7pPr>
            <a:lvl8pPr marL="3200400" indent="0" algn="l" defTabSz="914400" rtl="0" eaLnBrk="1" latinLnBrk="0" hangingPunct="1">
              <a:lnSpc>
                <a:spcPct val="112000"/>
              </a:lnSpc>
              <a:spcBef>
                <a:spcPts val="1300"/>
              </a:spcBef>
              <a:buFont typeface="Corbel" panose="020B0503020204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112000"/>
              </a:lnSpc>
              <a:spcBef>
                <a:spcPts val="1300"/>
              </a:spcBef>
              <a:buFont typeface="Arial" panose="020B0604020202020204" pitchFamily="34" charset="0"/>
              <a:buNone/>
              <a:defRPr sz="1600" i="1" kern="1200" baseline="0">
                <a:solidFill>
                  <a:schemeClr val="tx1">
                    <a:tint val="75000"/>
                  </a:schemeClr>
                </a:solidFill>
                <a:latin typeface="+mn-lt"/>
                <a:ea typeface="+mn-ea"/>
                <a:cs typeface="+mn-cs"/>
              </a:defRPr>
            </a:lvl9pPr>
          </a:lstStyle>
          <a:p>
            <a:pPr marL="0" marR="0" lvl="0" indent="0" algn="ctr" defTabSz="914400" rtl="0" eaLnBrk="1" fontAlgn="auto" latinLnBrk="0" hangingPunct="1">
              <a:lnSpc>
                <a:spcPct val="113000"/>
              </a:lnSpc>
              <a:spcBef>
                <a:spcPts val="0"/>
              </a:spcBef>
              <a:spcAft>
                <a:spcPts val="0"/>
              </a:spcAft>
              <a:buClrTx/>
              <a:buSzTx/>
              <a:buFont typeface="Arial" panose="020B0604020202020204" pitchFamily="34" charset="0"/>
              <a:buNone/>
              <a:tabLst/>
              <a:defRPr/>
            </a:pPr>
            <a:r>
              <a:rPr kumimoji="0" lang="en-AU" sz="5400" b="1" i="1" u="sng" strike="noStrike" kern="1200" cap="none" spc="0" normalizeH="0" baseline="0" noProof="0" dirty="0" err="1">
                <a:ln>
                  <a:noFill/>
                </a:ln>
                <a:solidFill>
                  <a:prstClr val="black"/>
                </a:solidFill>
                <a:effectLst/>
                <a:uLnTx/>
                <a:uFillTx/>
                <a:latin typeface="Corbel" panose="020B0503020204020204"/>
                <a:ea typeface="+mn-ea"/>
                <a:cs typeface="+mn-cs"/>
              </a:rPr>
              <a:t>Tulving</a:t>
            </a:r>
            <a:r>
              <a:rPr kumimoji="0" lang="en-AU" sz="5400" b="1" i="1" u="sng" strike="noStrike" kern="1200" cap="none" spc="0" normalizeH="0" baseline="0" noProof="0" dirty="0">
                <a:ln>
                  <a:noFill/>
                </a:ln>
                <a:solidFill>
                  <a:prstClr val="black"/>
                </a:solidFill>
                <a:effectLst/>
                <a:uLnTx/>
                <a:uFillTx/>
                <a:latin typeface="Corbel" panose="020B0503020204020204"/>
                <a:ea typeface="+mn-ea"/>
                <a:cs typeface="+mn-cs"/>
              </a:rPr>
              <a:t> and </a:t>
            </a:r>
            <a:r>
              <a:rPr kumimoji="0" lang="en-AU" sz="5400" b="1" i="1" u="sng" strike="noStrike" kern="1200" cap="none" spc="0" normalizeH="0" baseline="0" noProof="0" dirty="0" err="1">
                <a:ln>
                  <a:noFill/>
                </a:ln>
                <a:solidFill>
                  <a:prstClr val="black"/>
                </a:solidFill>
                <a:effectLst/>
                <a:uLnTx/>
                <a:uFillTx/>
                <a:latin typeface="Corbel" panose="020B0503020204020204"/>
                <a:ea typeface="+mn-ea"/>
                <a:cs typeface="+mn-cs"/>
              </a:rPr>
              <a:t>Pearlstone</a:t>
            </a:r>
            <a:r>
              <a:rPr kumimoji="0" lang="en-AU" sz="5400" b="1" i="1" u="sng" strike="noStrike" kern="1200" cap="none" spc="0" normalizeH="0" baseline="0" noProof="0" dirty="0">
                <a:ln>
                  <a:noFill/>
                </a:ln>
                <a:solidFill>
                  <a:prstClr val="black"/>
                </a:solidFill>
                <a:effectLst/>
                <a:uLnTx/>
                <a:uFillTx/>
                <a:latin typeface="Corbel" panose="020B0503020204020204"/>
                <a:ea typeface="+mn-ea"/>
                <a:cs typeface="+mn-cs"/>
              </a:rPr>
              <a:t> (1966)</a:t>
            </a:r>
          </a:p>
        </p:txBody>
      </p:sp>
      <p:sp>
        <p:nvSpPr>
          <p:cNvPr id="7" name="Rectangle 6"/>
          <p:cNvSpPr/>
          <p:nvPr/>
        </p:nvSpPr>
        <p:spPr>
          <a:xfrm>
            <a:off x="333599" y="1598156"/>
            <a:ext cx="11398685" cy="4093428"/>
          </a:xfrm>
          <a:prstGeom prst="rect">
            <a:avLst/>
          </a:prstGeom>
        </p:spPr>
        <p:txBody>
          <a:bodyPr wrap="square">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AU" sz="2400" b="0" i="0" u="none" strike="noStrike" kern="1200" cap="none" spc="0" normalizeH="0" baseline="0" noProof="0" dirty="0" err="1">
                <a:ln>
                  <a:noFill/>
                </a:ln>
                <a:solidFill>
                  <a:srgbClr val="2A2A2A"/>
                </a:solidFill>
                <a:effectLst/>
                <a:uLnTx/>
                <a:uFillTx/>
                <a:latin typeface="Corbel" panose="020B0503020204020204"/>
                <a:ea typeface="+mn-ea"/>
                <a:cs typeface="+mn-cs"/>
              </a:rPr>
              <a:t>Tulving</a:t>
            </a:r>
            <a:r>
              <a:rPr kumimoji="0" lang="en-AU" sz="2400" b="0" i="0" u="none" strike="noStrike" kern="1200" cap="none" spc="0" normalizeH="0" baseline="0" noProof="0" dirty="0">
                <a:ln>
                  <a:noFill/>
                </a:ln>
                <a:solidFill>
                  <a:srgbClr val="2A2A2A"/>
                </a:solidFill>
                <a:effectLst/>
                <a:uLnTx/>
                <a:uFillTx/>
                <a:latin typeface="Corbel" panose="020B0503020204020204"/>
                <a:ea typeface="+mn-ea"/>
                <a:cs typeface="+mn-cs"/>
              </a:rPr>
              <a:t> and </a:t>
            </a:r>
            <a:r>
              <a:rPr kumimoji="0" lang="en-AU" sz="2400" b="0" i="0" u="none" strike="noStrike" kern="1200" cap="none" spc="0" normalizeH="0" baseline="0" noProof="0" dirty="0" err="1">
                <a:ln>
                  <a:noFill/>
                </a:ln>
                <a:solidFill>
                  <a:srgbClr val="2A2A2A"/>
                </a:solidFill>
                <a:effectLst/>
                <a:uLnTx/>
                <a:uFillTx/>
                <a:latin typeface="Corbel" panose="020B0503020204020204"/>
                <a:ea typeface="+mn-ea"/>
                <a:cs typeface="+mn-cs"/>
              </a:rPr>
              <a:t>Pearlstone</a:t>
            </a:r>
            <a:r>
              <a:rPr kumimoji="0" lang="en-AU" sz="2400" b="0" i="0" u="none" strike="noStrike" kern="1200" cap="none" spc="0" normalizeH="0" baseline="0" noProof="0" dirty="0">
                <a:ln>
                  <a:noFill/>
                </a:ln>
                <a:solidFill>
                  <a:srgbClr val="2A2A2A"/>
                </a:solidFill>
                <a:effectLst/>
                <a:uLnTx/>
                <a:uFillTx/>
                <a:latin typeface="Corbel" panose="020B0503020204020204"/>
                <a:ea typeface="+mn-ea"/>
                <a:cs typeface="+mn-cs"/>
              </a:rPr>
              <a:t> (1966) got participants to recall 48 words that belonged to one of 12 categories.  As each word was presented it was preceded by its category (cue):</a:t>
            </a:r>
            <a:br>
              <a:rPr kumimoji="0" lang="en-AU" sz="2400" b="0" i="0" u="none" strike="noStrike" kern="1200" cap="none" spc="0" normalizeH="0" baseline="0" noProof="0" dirty="0">
                <a:ln>
                  <a:noFill/>
                </a:ln>
                <a:solidFill>
                  <a:prstClr val="black"/>
                </a:solidFill>
                <a:effectLst/>
                <a:uLnTx/>
                <a:uFillTx/>
                <a:latin typeface="Corbel" panose="020B0503020204020204"/>
                <a:ea typeface="+mn-ea"/>
                <a:cs typeface="+mn-cs"/>
              </a:rPr>
            </a:br>
            <a:r>
              <a:rPr kumimoji="0" lang="en-AU" sz="2400" b="0" i="0" u="none" strike="noStrike" kern="1200" cap="none" spc="0" normalizeH="0" baseline="0" noProof="0" dirty="0">
                <a:ln>
                  <a:noFill/>
                </a:ln>
                <a:solidFill>
                  <a:srgbClr val="2A2A2A"/>
                </a:solidFill>
                <a:effectLst/>
                <a:uLnTx/>
                <a:uFillTx/>
                <a:latin typeface="Corbel" panose="020B0503020204020204"/>
                <a:ea typeface="+mn-ea"/>
                <a:cs typeface="+mn-cs"/>
              </a:rPr>
              <a:t> e.g. Gem: sapphire, Gem: diamond, Gem: ruby, Gem: Waring etc…</a:t>
            </a:r>
            <a:br>
              <a:rPr kumimoji="0" lang="en-AU" sz="2400" b="0" i="0" u="none" strike="noStrike" kern="1200" cap="none" spc="0" normalizeH="0" baseline="0" noProof="0" dirty="0">
                <a:ln>
                  <a:noFill/>
                </a:ln>
                <a:solidFill>
                  <a:prstClr val="black"/>
                </a:solidFill>
                <a:effectLst/>
                <a:uLnTx/>
                <a:uFillTx/>
                <a:latin typeface="Corbel" panose="020B0503020204020204"/>
                <a:ea typeface="+mn-ea"/>
                <a:cs typeface="+mn-cs"/>
              </a:rPr>
            </a:br>
            <a:r>
              <a:rPr kumimoji="0" lang="en-AU" sz="2400" b="0" i="0" u="none" strike="noStrike" kern="1200" cap="none" spc="0" normalizeH="0" baseline="0" noProof="0" dirty="0">
                <a:ln>
                  <a:noFill/>
                </a:ln>
                <a:solidFill>
                  <a:srgbClr val="2A2A2A"/>
                </a:solidFill>
                <a:effectLst/>
                <a:uLnTx/>
                <a:uFillTx/>
                <a:latin typeface="Corbel" panose="020B0503020204020204"/>
                <a:ea typeface="+mn-ea"/>
                <a:cs typeface="+mn-cs"/>
              </a:rPr>
              <a:t> </a:t>
            </a:r>
            <a:br>
              <a:rPr kumimoji="0" lang="en-AU" sz="2400" b="0" i="0" u="none" strike="noStrike" kern="1200" cap="none" spc="0" normalizeH="0" baseline="0" noProof="0" dirty="0">
                <a:ln>
                  <a:noFill/>
                </a:ln>
                <a:solidFill>
                  <a:prstClr val="black"/>
                </a:solidFill>
                <a:effectLst/>
                <a:uLnTx/>
                <a:uFillTx/>
                <a:latin typeface="Corbel" panose="020B0503020204020204"/>
                <a:ea typeface="+mn-ea"/>
                <a:cs typeface="+mn-cs"/>
              </a:rPr>
            </a:br>
            <a:r>
              <a:rPr kumimoji="0" lang="en-AU" sz="2400" b="0" i="0" u="none" strike="noStrike" kern="1200" cap="none" spc="0" normalizeH="0" baseline="0" noProof="0" dirty="0">
                <a:ln>
                  <a:noFill/>
                </a:ln>
                <a:solidFill>
                  <a:srgbClr val="2A2A2A"/>
                </a:solidFill>
                <a:effectLst/>
                <a:uLnTx/>
                <a:uFillTx/>
                <a:latin typeface="Corbel" panose="020B0503020204020204"/>
                <a:ea typeface="+mn-ea"/>
                <a:cs typeface="+mn-cs"/>
              </a:rPr>
              <a:t>If the cue was then present at recall (gem) then overall recall for the 48 words was 60%.  If the cue was not present, then recall fell to 40%. </a:t>
            </a:r>
            <a:br>
              <a:rPr kumimoji="0" lang="en-AU" sz="2400" b="0" i="0" u="none" strike="noStrike" kern="1200" cap="none" spc="0" normalizeH="0" baseline="0" noProof="0" dirty="0">
                <a:ln>
                  <a:noFill/>
                </a:ln>
                <a:solidFill>
                  <a:prstClr val="black"/>
                </a:solidFill>
                <a:effectLst/>
                <a:uLnTx/>
                <a:uFillTx/>
                <a:latin typeface="Corbel" panose="020B0503020204020204"/>
                <a:ea typeface="+mn-ea"/>
                <a:cs typeface="+mn-cs"/>
              </a:rPr>
            </a:br>
            <a:r>
              <a:rPr kumimoji="0" lang="en-AU" sz="2400" b="0" i="0" u="none" strike="noStrike" kern="1200" cap="none" spc="0" normalizeH="0" baseline="0" noProof="0" dirty="0">
                <a:ln>
                  <a:noFill/>
                </a:ln>
                <a:solidFill>
                  <a:srgbClr val="2A2A2A"/>
                </a:solidFill>
                <a:effectLst/>
                <a:uLnTx/>
                <a:uFillTx/>
                <a:latin typeface="Corbel" panose="020B0503020204020204"/>
                <a:ea typeface="+mn-ea"/>
                <a:cs typeface="+mn-cs"/>
              </a:rPr>
              <a:t> </a:t>
            </a:r>
            <a:br>
              <a:rPr kumimoji="0" lang="en-AU" sz="2400" b="0" i="0" u="none" strike="noStrike" kern="1200" cap="none" spc="0" normalizeH="0" baseline="0" noProof="0" dirty="0">
                <a:ln>
                  <a:noFill/>
                </a:ln>
                <a:solidFill>
                  <a:prstClr val="black"/>
                </a:solidFill>
                <a:effectLst/>
                <a:uLnTx/>
                <a:uFillTx/>
                <a:latin typeface="Corbel" panose="020B0503020204020204"/>
                <a:ea typeface="+mn-ea"/>
                <a:cs typeface="+mn-cs"/>
              </a:rPr>
            </a:br>
            <a:r>
              <a:rPr kumimoji="0" lang="en-AU" sz="2400" b="0" i="0" u="none" strike="noStrike" kern="1200" cap="none" spc="0" normalizeH="0" baseline="0" noProof="0" dirty="0">
                <a:ln>
                  <a:noFill/>
                </a:ln>
                <a:solidFill>
                  <a:srgbClr val="2A2A2A"/>
                </a:solidFill>
                <a:effectLst/>
                <a:uLnTx/>
                <a:uFillTx/>
                <a:latin typeface="Corbel" panose="020B0503020204020204"/>
                <a:ea typeface="+mn-ea"/>
                <a:cs typeface="+mn-cs"/>
              </a:rPr>
              <a:t>In fact some psychologists believe that all forgetting is cue dependent.  That is, we never really forget anything form our LTM.  Provided some form of clue is given we could remember anything! </a:t>
            </a:r>
            <a:br>
              <a:rPr kumimoji="0" lang="en-AU" sz="2000" b="0" i="0" u="none" strike="noStrike" kern="1200" cap="none" spc="0" normalizeH="0" baseline="0" noProof="0" dirty="0">
                <a:ln>
                  <a:noFill/>
                </a:ln>
                <a:solidFill>
                  <a:prstClr val="black"/>
                </a:solidFill>
                <a:effectLst/>
                <a:uLnTx/>
                <a:uFillTx/>
                <a:latin typeface="Corbel" panose="020B0503020204020204"/>
                <a:ea typeface="+mn-ea"/>
                <a:cs typeface="+mn-cs"/>
              </a:rPr>
            </a:br>
            <a:endParaRPr kumimoji="0" lang="en-AU" sz="2000" b="0" i="0" u="none" strike="noStrike" kern="1200" cap="none" spc="0" normalizeH="0" baseline="0" noProof="0" dirty="0">
              <a:ln>
                <a:noFill/>
              </a:ln>
              <a:solidFill>
                <a:prstClr val="black"/>
              </a:solidFill>
              <a:effectLst/>
              <a:uLnTx/>
              <a:uFillTx/>
              <a:latin typeface="Corbel" panose="020B0503020204020204"/>
              <a:ea typeface="+mn-ea"/>
              <a:cs typeface="+mn-cs"/>
            </a:endParaRPr>
          </a:p>
        </p:txBody>
      </p:sp>
    </p:spTree>
    <p:extLst>
      <p:ext uri="{BB962C8B-B14F-4D97-AF65-F5344CB8AC3E}">
        <p14:creationId xmlns:p14="http://schemas.microsoft.com/office/powerpoint/2010/main" val="17357532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Text Placeholder 4"/>
          <p:cNvSpPr>
            <a:spLocks noGrp="1"/>
          </p:cNvSpPr>
          <p:nvPr>
            <p:ph type="body" idx="1"/>
          </p:nvPr>
        </p:nvSpPr>
        <p:spPr>
          <a:xfrm>
            <a:off x="489233" y="2128633"/>
            <a:ext cx="10792250" cy="2715452"/>
          </a:xfrm>
        </p:spPr>
        <p:txBody>
          <a:bodyPr>
            <a:noAutofit/>
          </a:bodyPr>
          <a:lstStyle/>
          <a:p>
            <a:pPr algn="l">
              <a:lnSpc>
                <a:spcPct val="100000"/>
              </a:lnSpc>
              <a:buClr>
                <a:schemeClr val="accent1"/>
              </a:buClr>
            </a:pPr>
            <a:r>
              <a:rPr lang="en-AU" sz="2800" b="1" i="0" dirty="0">
                <a:solidFill>
                  <a:schemeClr val="tx1"/>
                </a:solidFill>
              </a:rPr>
              <a:t>Task – </a:t>
            </a:r>
          </a:p>
          <a:p>
            <a:pPr algn="l">
              <a:lnSpc>
                <a:spcPct val="100000"/>
              </a:lnSpc>
              <a:buClr>
                <a:schemeClr val="accent1"/>
              </a:buClr>
            </a:pPr>
            <a:r>
              <a:rPr lang="en-AU" sz="2800" i="0" dirty="0">
                <a:solidFill>
                  <a:schemeClr val="tx1"/>
                </a:solidFill>
              </a:rPr>
              <a:t>You will be given a piece of paper with 15 words on it </a:t>
            </a:r>
          </a:p>
          <a:p>
            <a:pPr algn="l">
              <a:lnSpc>
                <a:spcPct val="100000"/>
              </a:lnSpc>
              <a:buClr>
                <a:schemeClr val="accent1"/>
              </a:buClr>
            </a:pPr>
            <a:endParaRPr lang="en-AU" sz="2800" i="0" dirty="0">
              <a:solidFill>
                <a:schemeClr val="tx1"/>
              </a:solidFill>
            </a:endParaRPr>
          </a:p>
          <a:p>
            <a:pPr algn="l">
              <a:lnSpc>
                <a:spcPct val="100000"/>
              </a:lnSpc>
              <a:buClr>
                <a:schemeClr val="accent1"/>
              </a:buClr>
            </a:pPr>
            <a:r>
              <a:rPr lang="en-AU" sz="2800" i="0" dirty="0">
                <a:solidFill>
                  <a:schemeClr val="tx1"/>
                </a:solidFill>
              </a:rPr>
              <a:t>You will be given 2 minutes to try and remember as many of the words as possible</a:t>
            </a:r>
          </a:p>
          <a:p>
            <a:pPr algn="l">
              <a:lnSpc>
                <a:spcPct val="100000"/>
              </a:lnSpc>
              <a:buClr>
                <a:schemeClr val="accent1"/>
              </a:buClr>
            </a:pPr>
            <a:endParaRPr lang="en-AU" sz="2800" i="0" dirty="0">
              <a:solidFill>
                <a:schemeClr val="tx1"/>
              </a:solidFill>
            </a:endParaRPr>
          </a:p>
          <a:p>
            <a:pPr algn="l">
              <a:lnSpc>
                <a:spcPct val="100000"/>
              </a:lnSpc>
              <a:buClr>
                <a:schemeClr val="accent1"/>
              </a:buClr>
            </a:pPr>
            <a:r>
              <a:rPr lang="en-AU" sz="2800" i="0" dirty="0">
                <a:solidFill>
                  <a:schemeClr val="tx1"/>
                </a:solidFill>
              </a:rPr>
              <a:t>After a short break you will then flip over your list of words and be given 2 minutes to try and recall as many words as possible</a:t>
            </a:r>
          </a:p>
          <a:p>
            <a:pPr lvl="1">
              <a:buClr>
                <a:schemeClr val="accent1"/>
              </a:buClr>
            </a:pPr>
            <a:endParaRPr lang="en-AU" sz="2400" i="0" dirty="0">
              <a:solidFill>
                <a:schemeClr val="tx1"/>
              </a:solidFill>
            </a:endParaRPr>
          </a:p>
        </p:txBody>
      </p:sp>
      <p:sp>
        <p:nvSpPr>
          <p:cNvPr id="4" name="Text Placeholder 2"/>
          <p:cNvSpPr txBox="1">
            <a:spLocks/>
          </p:cNvSpPr>
          <p:nvPr/>
        </p:nvSpPr>
        <p:spPr>
          <a:xfrm>
            <a:off x="194310" y="269960"/>
            <a:ext cx="11715749" cy="819150"/>
          </a:xfrm>
          <a:prstGeom prst="rect">
            <a:avLst/>
          </a:prstGeom>
        </p:spPr>
        <p:txBody>
          <a:bodyPr vert="horz" lIns="91440" tIns="45720" rIns="91440" bIns="45720" rtlCol="0" anchor="ctr">
            <a:noAutofit/>
          </a:bodyPr>
          <a:lstStyle>
            <a:lvl1pPr marL="0" indent="0" algn="r" defTabSz="914400" rtl="0" eaLnBrk="1" latinLnBrk="0" hangingPunct="1">
              <a:lnSpc>
                <a:spcPct val="113000"/>
              </a:lnSpc>
              <a:spcBef>
                <a:spcPts val="0"/>
              </a:spcBef>
              <a:buFont typeface="Arial" panose="020B0604020202020204" pitchFamily="34" charset="0"/>
              <a:buNone/>
              <a:defRPr sz="2000" b="0" i="1" kern="1200" baseline="0">
                <a:solidFill>
                  <a:schemeClr val="accent1"/>
                </a:solidFill>
                <a:latin typeface="+mn-lt"/>
                <a:ea typeface="+mn-ea"/>
                <a:cs typeface="+mn-cs"/>
              </a:defRPr>
            </a:lvl1pPr>
            <a:lvl2pPr marL="457200" indent="0" algn="l" defTabSz="914400" rtl="0" eaLnBrk="1" latinLnBrk="0" hangingPunct="1">
              <a:lnSpc>
                <a:spcPct val="112000"/>
              </a:lnSpc>
              <a:spcBef>
                <a:spcPts val="900"/>
              </a:spcBef>
              <a:buFont typeface="Corbel" panose="020B0503020204020204" pitchFamily="34" charset="0"/>
              <a:buNone/>
              <a:defRPr sz="2000" kern="1200" baseline="0">
                <a:solidFill>
                  <a:schemeClr val="tx1">
                    <a:tint val="75000"/>
                  </a:schemeClr>
                </a:solidFill>
                <a:latin typeface="+mn-lt"/>
                <a:ea typeface="+mn-ea"/>
                <a:cs typeface="+mn-cs"/>
              </a:defRPr>
            </a:lvl2pPr>
            <a:lvl3pPr marL="914400" indent="0" algn="l" defTabSz="914400" rtl="0" eaLnBrk="1" latinLnBrk="0" hangingPunct="1">
              <a:lnSpc>
                <a:spcPct val="112000"/>
              </a:lnSpc>
              <a:spcBef>
                <a:spcPts val="900"/>
              </a:spcBef>
              <a:buFont typeface="Arial" panose="020B0604020202020204" pitchFamily="34" charset="0"/>
              <a:buNone/>
              <a:defRPr sz="1800" kern="1200" baseline="0">
                <a:solidFill>
                  <a:schemeClr val="tx1">
                    <a:tint val="75000"/>
                  </a:schemeClr>
                </a:solidFill>
                <a:latin typeface="+mn-lt"/>
                <a:ea typeface="+mn-ea"/>
                <a:cs typeface="+mn-cs"/>
              </a:defRPr>
            </a:lvl3pPr>
            <a:lvl4pPr marL="1371600" indent="0" algn="l" defTabSz="914400" rtl="0" eaLnBrk="1" latinLnBrk="0" hangingPunct="1">
              <a:lnSpc>
                <a:spcPct val="112000"/>
              </a:lnSpc>
              <a:spcBef>
                <a:spcPts val="900"/>
              </a:spcBef>
              <a:buFont typeface="Corbel" panose="020B0503020204020204" pitchFamily="34" charset="0"/>
              <a:buNone/>
              <a:defRPr sz="1600" kern="1200" baseline="0">
                <a:solidFill>
                  <a:schemeClr val="tx1">
                    <a:tint val="75000"/>
                  </a:schemeClr>
                </a:solidFill>
                <a:latin typeface="+mn-lt"/>
                <a:ea typeface="+mn-ea"/>
                <a:cs typeface="+mn-cs"/>
              </a:defRPr>
            </a:lvl4pPr>
            <a:lvl5pPr marL="1828800" indent="0" algn="l" defTabSz="914400" rtl="0" eaLnBrk="1" latinLnBrk="0" hangingPunct="1">
              <a:lnSpc>
                <a:spcPct val="112000"/>
              </a:lnSpc>
              <a:spcBef>
                <a:spcPts val="900"/>
              </a:spcBef>
              <a:buFont typeface="Arial" panose="020B0604020202020204" pitchFamily="34" charset="0"/>
              <a:buNone/>
              <a:defRPr sz="1600" i="1" kern="1200" baseline="0">
                <a:solidFill>
                  <a:schemeClr val="tx1">
                    <a:tint val="75000"/>
                  </a:schemeClr>
                </a:solidFill>
                <a:latin typeface="+mn-lt"/>
                <a:ea typeface="+mn-ea"/>
                <a:cs typeface="+mn-cs"/>
              </a:defRPr>
            </a:lvl5pPr>
            <a:lvl6pPr marL="2286000" indent="0" algn="l" defTabSz="914400" rtl="0" eaLnBrk="1" latinLnBrk="0" hangingPunct="1">
              <a:lnSpc>
                <a:spcPct val="112000"/>
              </a:lnSpc>
              <a:spcBef>
                <a:spcPts val="1300"/>
              </a:spcBef>
              <a:buFont typeface="Corbel" panose="020B0503020204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112000"/>
              </a:lnSpc>
              <a:spcBef>
                <a:spcPts val="1300"/>
              </a:spcBef>
              <a:buFont typeface="Arial" panose="020B0604020202020204" pitchFamily="34" charset="0"/>
              <a:buNone/>
              <a:defRPr sz="1600" i="1" kern="1200">
                <a:solidFill>
                  <a:schemeClr val="tx1">
                    <a:tint val="75000"/>
                  </a:schemeClr>
                </a:solidFill>
                <a:latin typeface="+mn-lt"/>
                <a:ea typeface="+mn-ea"/>
                <a:cs typeface="+mn-cs"/>
              </a:defRPr>
            </a:lvl7pPr>
            <a:lvl8pPr marL="3200400" indent="0" algn="l" defTabSz="914400" rtl="0" eaLnBrk="1" latinLnBrk="0" hangingPunct="1">
              <a:lnSpc>
                <a:spcPct val="112000"/>
              </a:lnSpc>
              <a:spcBef>
                <a:spcPts val="1300"/>
              </a:spcBef>
              <a:buFont typeface="Corbel" panose="020B0503020204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112000"/>
              </a:lnSpc>
              <a:spcBef>
                <a:spcPts val="1300"/>
              </a:spcBef>
              <a:buFont typeface="Arial" panose="020B0604020202020204" pitchFamily="34" charset="0"/>
              <a:buNone/>
              <a:defRPr sz="1600" i="1" kern="1200" baseline="0">
                <a:solidFill>
                  <a:schemeClr val="tx1">
                    <a:tint val="75000"/>
                  </a:schemeClr>
                </a:solidFill>
                <a:latin typeface="+mn-lt"/>
                <a:ea typeface="+mn-ea"/>
                <a:cs typeface="+mn-cs"/>
              </a:defRPr>
            </a:lvl9pPr>
          </a:lstStyle>
          <a:p>
            <a:pPr marL="0" marR="0" lvl="0" indent="0" algn="ctr" defTabSz="914400" rtl="0" eaLnBrk="1" fontAlgn="auto" latinLnBrk="0" hangingPunct="1">
              <a:lnSpc>
                <a:spcPct val="113000"/>
              </a:lnSpc>
              <a:spcBef>
                <a:spcPts val="0"/>
              </a:spcBef>
              <a:spcAft>
                <a:spcPts val="0"/>
              </a:spcAft>
              <a:buClrTx/>
              <a:buSzTx/>
              <a:buFont typeface="Arial" panose="020B0604020202020204" pitchFamily="34" charset="0"/>
              <a:buNone/>
              <a:tabLst/>
              <a:defRPr/>
            </a:pPr>
            <a:r>
              <a:rPr kumimoji="0" lang="en-AU" sz="4400" b="1" i="1" u="sng" strike="noStrike" kern="1200" cap="none" spc="0" normalizeH="0" baseline="0" noProof="0" dirty="0">
                <a:ln>
                  <a:noFill/>
                </a:ln>
                <a:solidFill>
                  <a:prstClr val="black"/>
                </a:solidFill>
                <a:effectLst/>
                <a:uLnTx/>
                <a:uFillTx/>
                <a:latin typeface="Corbel" panose="020B0503020204020204"/>
                <a:ea typeface="+mn-ea"/>
                <a:cs typeface="+mn-cs"/>
              </a:rPr>
              <a:t>Suggested Practical – </a:t>
            </a:r>
            <a:r>
              <a:rPr kumimoji="0" lang="en-AU" sz="4400" b="1" i="1" u="sng" strike="noStrike" kern="1200" cap="none" spc="0" normalizeH="0" baseline="0" noProof="0" dirty="0" err="1">
                <a:ln>
                  <a:noFill/>
                </a:ln>
                <a:solidFill>
                  <a:prstClr val="black"/>
                </a:solidFill>
                <a:effectLst/>
                <a:uLnTx/>
                <a:uFillTx/>
                <a:latin typeface="Corbel" panose="020B0503020204020204"/>
                <a:ea typeface="+mn-ea"/>
                <a:cs typeface="+mn-cs"/>
              </a:rPr>
              <a:t>Tulving</a:t>
            </a:r>
            <a:r>
              <a:rPr kumimoji="0" lang="en-AU" sz="4400" b="1" i="1" u="sng" strike="noStrike" kern="1200" cap="none" spc="0" normalizeH="0" baseline="0" noProof="0" dirty="0">
                <a:ln>
                  <a:noFill/>
                </a:ln>
                <a:solidFill>
                  <a:prstClr val="black"/>
                </a:solidFill>
                <a:effectLst/>
                <a:uLnTx/>
                <a:uFillTx/>
                <a:latin typeface="Corbel" panose="020B0503020204020204"/>
                <a:ea typeface="+mn-ea"/>
                <a:cs typeface="+mn-cs"/>
              </a:rPr>
              <a:t> &amp; </a:t>
            </a:r>
            <a:r>
              <a:rPr kumimoji="0" lang="en-AU" sz="4400" b="1" i="1" u="sng" strike="noStrike" kern="1200" cap="none" spc="0" normalizeH="0" baseline="0" noProof="0" dirty="0" err="1">
                <a:ln>
                  <a:noFill/>
                </a:ln>
                <a:solidFill>
                  <a:prstClr val="black"/>
                </a:solidFill>
                <a:effectLst/>
                <a:uLnTx/>
                <a:uFillTx/>
                <a:latin typeface="Corbel" panose="020B0503020204020204"/>
                <a:ea typeface="+mn-ea"/>
                <a:cs typeface="+mn-cs"/>
              </a:rPr>
              <a:t>Pearlston</a:t>
            </a:r>
            <a:r>
              <a:rPr kumimoji="0" lang="en-AU" sz="4400" b="1" i="1" u="sng" strike="noStrike" kern="1200" cap="none" spc="0" normalizeH="0" baseline="0" noProof="0" dirty="0">
                <a:ln>
                  <a:noFill/>
                </a:ln>
                <a:solidFill>
                  <a:prstClr val="black"/>
                </a:solidFill>
                <a:effectLst/>
                <a:uLnTx/>
                <a:uFillTx/>
                <a:latin typeface="Corbel" panose="020B0503020204020204"/>
                <a:ea typeface="+mn-ea"/>
                <a:cs typeface="+mn-cs"/>
              </a:rPr>
              <a:t>(1966)</a:t>
            </a:r>
          </a:p>
        </p:txBody>
      </p:sp>
    </p:spTree>
    <p:extLst>
      <p:ext uri="{BB962C8B-B14F-4D97-AF65-F5344CB8AC3E}">
        <p14:creationId xmlns:p14="http://schemas.microsoft.com/office/powerpoint/2010/main" val="27226022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Text Placeholder 4"/>
          <p:cNvSpPr>
            <a:spLocks noGrp="1"/>
          </p:cNvSpPr>
          <p:nvPr>
            <p:ph type="body" idx="1"/>
          </p:nvPr>
        </p:nvSpPr>
        <p:spPr>
          <a:xfrm>
            <a:off x="383962" y="1293635"/>
            <a:ext cx="11126047" cy="2715452"/>
          </a:xfrm>
        </p:spPr>
        <p:txBody>
          <a:bodyPr>
            <a:noAutofit/>
          </a:bodyPr>
          <a:lstStyle/>
          <a:p>
            <a:pPr algn="l">
              <a:lnSpc>
                <a:spcPct val="100000"/>
              </a:lnSpc>
              <a:buClr>
                <a:schemeClr val="accent1"/>
              </a:buClr>
            </a:pPr>
            <a:r>
              <a:rPr lang="en-AU" sz="2800" b="1" i="0" dirty="0">
                <a:solidFill>
                  <a:schemeClr val="tx1"/>
                </a:solidFill>
              </a:rPr>
              <a:t>Task – </a:t>
            </a:r>
          </a:p>
          <a:p>
            <a:pPr algn="l">
              <a:lnSpc>
                <a:spcPct val="100000"/>
              </a:lnSpc>
              <a:buClr>
                <a:schemeClr val="accent1"/>
              </a:buClr>
            </a:pPr>
            <a:r>
              <a:rPr lang="en-AU" sz="2800" i="0" dirty="0">
                <a:solidFill>
                  <a:schemeClr val="tx1"/>
                </a:solidFill>
              </a:rPr>
              <a:t>Write down how many of the words you got correct then enter your results into the excel sheet in OneNote </a:t>
            </a:r>
          </a:p>
          <a:p>
            <a:pPr algn="l"/>
            <a:br>
              <a:rPr lang="en-AU" dirty="0">
                <a:solidFill>
                  <a:schemeClr val="tx1"/>
                </a:solidFill>
              </a:rPr>
            </a:br>
            <a:endParaRPr lang="en-AU" sz="4400" i="0" dirty="0">
              <a:solidFill>
                <a:schemeClr val="tx1"/>
              </a:solidFill>
            </a:endParaRPr>
          </a:p>
        </p:txBody>
      </p:sp>
      <p:sp>
        <p:nvSpPr>
          <p:cNvPr id="4" name="Text Placeholder 2"/>
          <p:cNvSpPr txBox="1">
            <a:spLocks/>
          </p:cNvSpPr>
          <p:nvPr/>
        </p:nvSpPr>
        <p:spPr>
          <a:xfrm>
            <a:off x="194310" y="269960"/>
            <a:ext cx="11715749" cy="819150"/>
          </a:xfrm>
          <a:prstGeom prst="rect">
            <a:avLst/>
          </a:prstGeom>
        </p:spPr>
        <p:txBody>
          <a:bodyPr vert="horz" lIns="91440" tIns="45720" rIns="91440" bIns="45720" rtlCol="0" anchor="ctr">
            <a:noAutofit/>
          </a:bodyPr>
          <a:lstStyle>
            <a:lvl1pPr marL="0" indent="0" algn="r" defTabSz="914400" rtl="0" eaLnBrk="1" latinLnBrk="0" hangingPunct="1">
              <a:lnSpc>
                <a:spcPct val="113000"/>
              </a:lnSpc>
              <a:spcBef>
                <a:spcPts val="0"/>
              </a:spcBef>
              <a:buFont typeface="Arial" panose="020B0604020202020204" pitchFamily="34" charset="0"/>
              <a:buNone/>
              <a:defRPr sz="2000" b="0" i="1" kern="1200" baseline="0">
                <a:solidFill>
                  <a:schemeClr val="accent1"/>
                </a:solidFill>
                <a:latin typeface="+mn-lt"/>
                <a:ea typeface="+mn-ea"/>
                <a:cs typeface="+mn-cs"/>
              </a:defRPr>
            </a:lvl1pPr>
            <a:lvl2pPr marL="457200" indent="0" algn="l" defTabSz="914400" rtl="0" eaLnBrk="1" latinLnBrk="0" hangingPunct="1">
              <a:lnSpc>
                <a:spcPct val="112000"/>
              </a:lnSpc>
              <a:spcBef>
                <a:spcPts val="900"/>
              </a:spcBef>
              <a:buFont typeface="Corbel" panose="020B0503020204020204" pitchFamily="34" charset="0"/>
              <a:buNone/>
              <a:defRPr sz="2000" kern="1200" baseline="0">
                <a:solidFill>
                  <a:schemeClr val="tx1">
                    <a:tint val="75000"/>
                  </a:schemeClr>
                </a:solidFill>
                <a:latin typeface="+mn-lt"/>
                <a:ea typeface="+mn-ea"/>
                <a:cs typeface="+mn-cs"/>
              </a:defRPr>
            </a:lvl2pPr>
            <a:lvl3pPr marL="914400" indent="0" algn="l" defTabSz="914400" rtl="0" eaLnBrk="1" latinLnBrk="0" hangingPunct="1">
              <a:lnSpc>
                <a:spcPct val="112000"/>
              </a:lnSpc>
              <a:spcBef>
                <a:spcPts val="900"/>
              </a:spcBef>
              <a:buFont typeface="Arial" panose="020B0604020202020204" pitchFamily="34" charset="0"/>
              <a:buNone/>
              <a:defRPr sz="1800" kern="1200" baseline="0">
                <a:solidFill>
                  <a:schemeClr val="tx1">
                    <a:tint val="75000"/>
                  </a:schemeClr>
                </a:solidFill>
                <a:latin typeface="+mn-lt"/>
                <a:ea typeface="+mn-ea"/>
                <a:cs typeface="+mn-cs"/>
              </a:defRPr>
            </a:lvl3pPr>
            <a:lvl4pPr marL="1371600" indent="0" algn="l" defTabSz="914400" rtl="0" eaLnBrk="1" latinLnBrk="0" hangingPunct="1">
              <a:lnSpc>
                <a:spcPct val="112000"/>
              </a:lnSpc>
              <a:spcBef>
                <a:spcPts val="900"/>
              </a:spcBef>
              <a:buFont typeface="Corbel" panose="020B0503020204020204" pitchFamily="34" charset="0"/>
              <a:buNone/>
              <a:defRPr sz="1600" kern="1200" baseline="0">
                <a:solidFill>
                  <a:schemeClr val="tx1">
                    <a:tint val="75000"/>
                  </a:schemeClr>
                </a:solidFill>
                <a:latin typeface="+mn-lt"/>
                <a:ea typeface="+mn-ea"/>
                <a:cs typeface="+mn-cs"/>
              </a:defRPr>
            </a:lvl4pPr>
            <a:lvl5pPr marL="1828800" indent="0" algn="l" defTabSz="914400" rtl="0" eaLnBrk="1" latinLnBrk="0" hangingPunct="1">
              <a:lnSpc>
                <a:spcPct val="112000"/>
              </a:lnSpc>
              <a:spcBef>
                <a:spcPts val="900"/>
              </a:spcBef>
              <a:buFont typeface="Arial" panose="020B0604020202020204" pitchFamily="34" charset="0"/>
              <a:buNone/>
              <a:defRPr sz="1600" i="1" kern="1200" baseline="0">
                <a:solidFill>
                  <a:schemeClr val="tx1">
                    <a:tint val="75000"/>
                  </a:schemeClr>
                </a:solidFill>
                <a:latin typeface="+mn-lt"/>
                <a:ea typeface="+mn-ea"/>
                <a:cs typeface="+mn-cs"/>
              </a:defRPr>
            </a:lvl5pPr>
            <a:lvl6pPr marL="2286000" indent="0" algn="l" defTabSz="914400" rtl="0" eaLnBrk="1" latinLnBrk="0" hangingPunct="1">
              <a:lnSpc>
                <a:spcPct val="112000"/>
              </a:lnSpc>
              <a:spcBef>
                <a:spcPts val="1300"/>
              </a:spcBef>
              <a:buFont typeface="Corbel" panose="020B0503020204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112000"/>
              </a:lnSpc>
              <a:spcBef>
                <a:spcPts val="1300"/>
              </a:spcBef>
              <a:buFont typeface="Arial" panose="020B0604020202020204" pitchFamily="34" charset="0"/>
              <a:buNone/>
              <a:defRPr sz="1600" i="1" kern="1200">
                <a:solidFill>
                  <a:schemeClr val="tx1">
                    <a:tint val="75000"/>
                  </a:schemeClr>
                </a:solidFill>
                <a:latin typeface="+mn-lt"/>
                <a:ea typeface="+mn-ea"/>
                <a:cs typeface="+mn-cs"/>
              </a:defRPr>
            </a:lvl7pPr>
            <a:lvl8pPr marL="3200400" indent="0" algn="l" defTabSz="914400" rtl="0" eaLnBrk="1" latinLnBrk="0" hangingPunct="1">
              <a:lnSpc>
                <a:spcPct val="112000"/>
              </a:lnSpc>
              <a:spcBef>
                <a:spcPts val="1300"/>
              </a:spcBef>
              <a:buFont typeface="Corbel" panose="020B0503020204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112000"/>
              </a:lnSpc>
              <a:spcBef>
                <a:spcPts val="1300"/>
              </a:spcBef>
              <a:buFont typeface="Arial" panose="020B0604020202020204" pitchFamily="34" charset="0"/>
              <a:buNone/>
              <a:defRPr sz="1600" i="1" kern="1200" baseline="0">
                <a:solidFill>
                  <a:schemeClr val="tx1">
                    <a:tint val="75000"/>
                  </a:schemeClr>
                </a:solidFill>
                <a:latin typeface="+mn-lt"/>
                <a:ea typeface="+mn-ea"/>
                <a:cs typeface="+mn-cs"/>
              </a:defRPr>
            </a:lvl9pPr>
          </a:lstStyle>
          <a:p>
            <a:pPr marL="0" marR="0" lvl="0" indent="0" algn="ctr" defTabSz="914400" rtl="0" eaLnBrk="1" fontAlgn="auto" latinLnBrk="0" hangingPunct="1">
              <a:lnSpc>
                <a:spcPct val="113000"/>
              </a:lnSpc>
              <a:spcBef>
                <a:spcPts val="0"/>
              </a:spcBef>
              <a:spcAft>
                <a:spcPts val="0"/>
              </a:spcAft>
              <a:buClrTx/>
              <a:buSzTx/>
              <a:buFont typeface="Arial" panose="020B0604020202020204" pitchFamily="34" charset="0"/>
              <a:buNone/>
              <a:tabLst/>
              <a:defRPr/>
            </a:pPr>
            <a:r>
              <a:rPr kumimoji="0" lang="en-AU" sz="4400" b="1" i="1" u="sng" strike="noStrike" kern="1200" cap="none" spc="0" normalizeH="0" baseline="0" noProof="0" dirty="0">
                <a:ln>
                  <a:noFill/>
                </a:ln>
                <a:solidFill>
                  <a:prstClr val="black"/>
                </a:solidFill>
                <a:effectLst/>
                <a:uLnTx/>
                <a:uFillTx/>
                <a:latin typeface="Corbel" panose="020B0503020204020204"/>
                <a:ea typeface="+mn-ea"/>
                <a:cs typeface="+mn-cs"/>
              </a:rPr>
              <a:t>Suggested Practical – </a:t>
            </a:r>
            <a:r>
              <a:rPr kumimoji="0" lang="en-AU" sz="4400" b="1" i="1" u="sng" strike="noStrike" kern="1200" cap="none" spc="0" normalizeH="0" baseline="0" noProof="0" dirty="0" err="1">
                <a:ln>
                  <a:noFill/>
                </a:ln>
                <a:solidFill>
                  <a:prstClr val="black"/>
                </a:solidFill>
                <a:effectLst/>
                <a:uLnTx/>
                <a:uFillTx/>
                <a:latin typeface="Corbel" panose="020B0503020204020204"/>
                <a:ea typeface="+mn-ea"/>
                <a:cs typeface="+mn-cs"/>
              </a:rPr>
              <a:t>Tulving</a:t>
            </a:r>
            <a:r>
              <a:rPr kumimoji="0" lang="en-AU" sz="4400" b="1" i="1" u="sng" strike="noStrike" kern="1200" cap="none" spc="0" normalizeH="0" baseline="0" noProof="0" dirty="0">
                <a:ln>
                  <a:noFill/>
                </a:ln>
                <a:solidFill>
                  <a:prstClr val="black"/>
                </a:solidFill>
                <a:effectLst/>
                <a:uLnTx/>
                <a:uFillTx/>
                <a:latin typeface="Corbel" panose="020B0503020204020204"/>
                <a:ea typeface="+mn-ea"/>
                <a:cs typeface="+mn-cs"/>
              </a:rPr>
              <a:t> &amp; </a:t>
            </a:r>
            <a:r>
              <a:rPr kumimoji="0" lang="en-AU" sz="4400" b="1" i="1" u="sng" strike="noStrike" kern="1200" cap="none" spc="0" normalizeH="0" baseline="0" noProof="0" dirty="0" err="1">
                <a:ln>
                  <a:noFill/>
                </a:ln>
                <a:solidFill>
                  <a:prstClr val="black"/>
                </a:solidFill>
                <a:effectLst/>
                <a:uLnTx/>
                <a:uFillTx/>
                <a:latin typeface="Corbel" panose="020B0503020204020204"/>
                <a:ea typeface="+mn-ea"/>
                <a:cs typeface="+mn-cs"/>
              </a:rPr>
              <a:t>Pearlston</a:t>
            </a:r>
            <a:r>
              <a:rPr kumimoji="0" lang="en-AU" sz="4400" b="1" i="1" u="sng" strike="noStrike" kern="1200" cap="none" spc="0" normalizeH="0" baseline="0" noProof="0" dirty="0">
                <a:ln>
                  <a:noFill/>
                </a:ln>
                <a:solidFill>
                  <a:prstClr val="black"/>
                </a:solidFill>
                <a:effectLst/>
                <a:uLnTx/>
                <a:uFillTx/>
                <a:latin typeface="Corbel" panose="020B0503020204020204"/>
                <a:ea typeface="+mn-ea"/>
                <a:cs typeface="+mn-cs"/>
              </a:rPr>
              <a:t>(1966)</a:t>
            </a:r>
          </a:p>
        </p:txBody>
      </p:sp>
      <p:sp>
        <p:nvSpPr>
          <p:cNvPr id="2" name="Rectangle 1"/>
          <p:cNvSpPr/>
          <p:nvPr/>
        </p:nvSpPr>
        <p:spPr>
          <a:xfrm>
            <a:off x="1123949" y="3073499"/>
            <a:ext cx="9856470" cy="2554545"/>
          </a:xfrm>
          <a:prstGeom prst="rect">
            <a:avLst/>
          </a:prstGeom>
        </p:spPr>
        <p:txBody>
          <a:bodyPr wrap="square" numCol="3">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3200" b="0" i="0" u="none" strike="noStrike" kern="1200" cap="none" spc="0" normalizeH="0" baseline="0" noProof="0" dirty="0">
                <a:ln>
                  <a:noFill/>
                </a:ln>
                <a:solidFill>
                  <a:prstClr val="black"/>
                </a:solidFill>
                <a:effectLst/>
                <a:uLnTx/>
                <a:uFillTx/>
                <a:latin typeface="Corbel" panose="020B0503020204020204"/>
                <a:ea typeface="+mn-ea"/>
                <a:cs typeface="+mn-cs"/>
              </a:rPr>
              <a:t>Life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3200" b="0" i="0" u="none" strike="noStrike" kern="1200" cap="none" spc="0" normalizeH="0" baseline="0" noProof="0" dirty="0">
                <a:ln>
                  <a:noFill/>
                </a:ln>
                <a:solidFill>
                  <a:prstClr val="black"/>
                </a:solidFill>
                <a:effectLst/>
                <a:uLnTx/>
                <a:uFillTx/>
                <a:latin typeface="Corbel" panose="020B0503020204020204"/>
                <a:ea typeface="+mn-ea"/>
                <a:cs typeface="+mn-cs"/>
              </a:rPr>
              <a:t>Flower</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3200" b="0" i="0" u="none" strike="noStrike" kern="1200" cap="none" spc="0" normalizeH="0" baseline="0" noProof="0" dirty="0">
                <a:ln>
                  <a:noFill/>
                </a:ln>
                <a:solidFill>
                  <a:prstClr val="black"/>
                </a:solidFill>
                <a:effectLst/>
                <a:uLnTx/>
                <a:uFillTx/>
                <a:latin typeface="Corbel" panose="020B0503020204020204"/>
                <a:ea typeface="+mn-ea"/>
                <a:cs typeface="+mn-cs"/>
              </a:rPr>
              <a:t>Green</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3200" b="0" i="0" u="none" strike="noStrike" kern="1200" cap="none" spc="0" normalizeH="0" baseline="0" noProof="0" dirty="0">
                <a:ln>
                  <a:noFill/>
                </a:ln>
                <a:solidFill>
                  <a:prstClr val="black"/>
                </a:solidFill>
                <a:effectLst/>
                <a:uLnTx/>
                <a:uFillTx/>
                <a:latin typeface="Corbel" panose="020B0503020204020204"/>
                <a:ea typeface="+mn-ea"/>
                <a:cs typeface="+mn-cs"/>
              </a:rPr>
              <a:t>Eggs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3200" b="0" i="0" u="none" strike="noStrike" kern="1200" cap="none" spc="0" normalizeH="0" baseline="0" noProof="0" dirty="0">
                <a:ln>
                  <a:noFill/>
                </a:ln>
                <a:solidFill>
                  <a:prstClr val="black"/>
                </a:solidFill>
                <a:effectLst/>
                <a:uLnTx/>
                <a:uFillTx/>
                <a:latin typeface="Corbel" panose="020B0503020204020204"/>
                <a:ea typeface="+mn-ea"/>
                <a:cs typeface="+mn-cs"/>
              </a:rPr>
              <a:t>Lamb</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3200" b="0" i="0" u="none" strike="noStrike" kern="1200" cap="none" spc="0" normalizeH="0" baseline="0" noProof="0" dirty="0">
                <a:ln>
                  <a:noFill/>
                </a:ln>
                <a:solidFill>
                  <a:prstClr val="black"/>
                </a:solidFill>
                <a:effectLst/>
                <a:uLnTx/>
                <a:uFillTx/>
                <a:latin typeface="Corbel" panose="020B0503020204020204"/>
                <a:ea typeface="+mn-ea"/>
                <a:cs typeface="+mn-cs"/>
              </a:rPr>
              <a:t>Umbrella</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3200" b="0" i="0" u="none" strike="noStrike" kern="1200" cap="none" spc="0" normalizeH="0" baseline="0" noProof="0" dirty="0">
                <a:ln>
                  <a:noFill/>
                </a:ln>
                <a:solidFill>
                  <a:prstClr val="black"/>
                </a:solidFill>
                <a:effectLst/>
                <a:uLnTx/>
                <a:uFillTx/>
                <a:latin typeface="Corbel" panose="020B0503020204020204"/>
                <a:ea typeface="+mn-ea"/>
                <a:cs typeface="+mn-cs"/>
              </a:rPr>
              <a:t>Wind</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3200" b="0" i="0" u="none" strike="noStrike" kern="1200" cap="none" spc="0" normalizeH="0" baseline="0" noProof="0" dirty="0">
                <a:ln>
                  <a:noFill/>
                </a:ln>
                <a:solidFill>
                  <a:prstClr val="black"/>
                </a:solidFill>
                <a:effectLst/>
                <a:uLnTx/>
                <a:uFillTx/>
                <a:latin typeface="Corbel" panose="020B0503020204020204"/>
                <a:ea typeface="+mn-ea"/>
                <a:cs typeface="+mn-cs"/>
              </a:rPr>
              <a:t>Dark</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3200" b="0" i="0" u="none" strike="noStrike" kern="1200" cap="none" spc="0" normalizeH="0" baseline="0" noProof="0" dirty="0">
                <a:ln>
                  <a:noFill/>
                </a:ln>
                <a:solidFill>
                  <a:prstClr val="black"/>
                </a:solidFill>
                <a:effectLst/>
                <a:uLnTx/>
                <a:uFillTx/>
                <a:latin typeface="Corbel" panose="020B0503020204020204"/>
                <a:ea typeface="+mn-ea"/>
                <a:cs typeface="+mn-cs"/>
              </a:rPr>
              <a:t>Rainbow</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3200" b="0" i="0" u="none" strike="noStrike" kern="1200" cap="none" spc="0" normalizeH="0" baseline="0" noProof="0" dirty="0">
                <a:ln>
                  <a:noFill/>
                </a:ln>
                <a:solidFill>
                  <a:prstClr val="black"/>
                </a:solidFill>
                <a:effectLst/>
                <a:uLnTx/>
                <a:uFillTx/>
                <a:latin typeface="Corbel" panose="020B0503020204020204"/>
                <a:ea typeface="+mn-ea"/>
                <a:cs typeface="+mn-cs"/>
              </a:rPr>
              <a:t>Wet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3200" b="0" i="0" u="none" strike="noStrike" kern="1200" cap="none" spc="0" normalizeH="0" baseline="0" noProof="0" dirty="0">
                <a:ln>
                  <a:noFill/>
                </a:ln>
                <a:solidFill>
                  <a:prstClr val="black"/>
                </a:solidFill>
                <a:effectLst/>
                <a:uLnTx/>
                <a:uFillTx/>
                <a:latin typeface="Corbel" panose="020B0503020204020204"/>
                <a:ea typeface="+mn-ea"/>
                <a:cs typeface="+mn-cs"/>
              </a:rPr>
              <a:t>Sour</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3200" b="0" i="0" u="none" strike="noStrike" kern="1200" cap="none" spc="0" normalizeH="0" baseline="0" noProof="0" dirty="0">
                <a:ln>
                  <a:noFill/>
                </a:ln>
                <a:solidFill>
                  <a:prstClr val="black"/>
                </a:solidFill>
                <a:effectLst/>
                <a:uLnTx/>
                <a:uFillTx/>
                <a:latin typeface="Corbel" panose="020B0503020204020204"/>
                <a:ea typeface="+mn-ea"/>
                <a:cs typeface="+mn-cs"/>
              </a:rPr>
              <a:t>Chocolate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3200" b="0" i="0" u="none" strike="noStrike" kern="1200" cap="none" spc="0" normalizeH="0" baseline="0" noProof="0" dirty="0">
                <a:ln>
                  <a:noFill/>
                </a:ln>
                <a:solidFill>
                  <a:prstClr val="black"/>
                </a:solidFill>
                <a:effectLst/>
                <a:uLnTx/>
                <a:uFillTx/>
                <a:latin typeface="Corbel" panose="020B0503020204020204"/>
                <a:ea typeface="+mn-ea"/>
                <a:cs typeface="+mn-cs"/>
              </a:rPr>
              <a:t>Honey</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3200" b="0" i="0" u="none" strike="noStrike" kern="1200" cap="none" spc="0" normalizeH="0" baseline="0" noProof="0" dirty="0">
                <a:ln>
                  <a:noFill/>
                </a:ln>
                <a:solidFill>
                  <a:prstClr val="black"/>
                </a:solidFill>
                <a:effectLst/>
                <a:uLnTx/>
                <a:uFillTx/>
                <a:latin typeface="Corbel" panose="020B0503020204020204"/>
                <a:ea typeface="+mn-ea"/>
                <a:cs typeface="+mn-cs"/>
              </a:rPr>
              <a:t>Nice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3200" b="0" i="0" u="none" strike="noStrike" kern="1200" cap="none" spc="0" normalizeH="0" baseline="0" noProof="0" dirty="0">
                <a:ln>
                  <a:noFill/>
                </a:ln>
                <a:solidFill>
                  <a:prstClr val="black"/>
                </a:solidFill>
                <a:effectLst/>
                <a:uLnTx/>
                <a:uFillTx/>
                <a:latin typeface="Corbel" panose="020B0503020204020204"/>
                <a:ea typeface="+mn-ea"/>
                <a:cs typeface="+mn-cs"/>
              </a:rPr>
              <a:t>Heart</a:t>
            </a:r>
          </a:p>
        </p:txBody>
      </p:sp>
    </p:spTree>
    <p:extLst>
      <p:ext uri="{BB962C8B-B14F-4D97-AF65-F5344CB8AC3E}">
        <p14:creationId xmlns:p14="http://schemas.microsoft.com/office/powerpoint/2010/main" val="1995977235"/>
      </p:ext>
    </p:extLst>
  </p:cSld>
  <p:clrMapOvr>
    <a:masterClrMapping/>
  </p:clrMapOvr>
</p:sld>
</file>

<file path=ppt/theme/theme1.xml><?xml version="1.0" encoding="utf-8"?>
<a:theme xmlns:a="http://schemas.openxmlformats.org/drawingml/2006/main" name="Headlines">
  <a:themeElements>
    <a:clrScheme name="Orange Red">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Headlines">
      <a:majorFont>
        <a:latin typeface="Century Schoolbook" panose="02040604050505020304"/>
        <a:ea typeface=""/>
        <a:cs typeface=""/>
        <a:font script="Jpan" typeface="メイリオ"/>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panose="020B0503020204020204"/>
        <a:ea typeface=""/>
        <a:cs typeface=""/>
        <a:font script="Jpan" typeface="メイリオ"/>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Headlines">
      <a:fillStyleLst>
        <a:solidFill>
          <a:schemeClr val="phClr"/>
        </a:solidFill>
        <a:solidFill>
          <a:schemeClr val="phClr">
            <a:tint val="67000"/>
            <a:satMod val="105000"/>
          </a:schemeClr>
        </a:solidFill>
        <a:gradFill rotWithShape="1">
          <a:gsLst>
            <a:gs pos="0">
              <a:schemeClr val="phClr">
                <a:tint val="100000"/>
                <a:satMod val="103000"/>
                <a:lumMod val="102000"/>
              </a:schemeClr>
            </a:gs>
            <a:gs pos="50000">
              <a:schemeClr val="phClr">
                <a:shade val="100000"/>
                <a:satMod val="110000"/>
                <a:lumMod val="100000"/>
              </a:schemeClr>
            </a:gs>
            <a:gs pos="100000">
              <a:schemeClr val="phClr">
                <a:shade val="70000"/>
                <a:satMod val="120000"/>
                <a:lumMod val="99000"/>
              </a:schemeClr>
            </a:gs>
          </a:gsLst>
          <a:path path="circle">
            <a:fillToRect l="100000" t="100000" r="100000" b="100000"/>
          </a:path>
        </a:gradFill>
      </a:fillStyleLst>
      <a:lnStyleLst>
        <a:ln w="6350" cap="flat" cmpd="sng" algn="in">
          <a:solidFill>
            <a:schemeClr val="phClr"/>
          </a:solidFill>
          <a:prstDash val="solid"/>
        </a:ln>
        <a:ln w="12700" cap="flat" cmpd="sng" algn="in">
          <a:solidFill>
            <a:schemeClr val="phClr"/>
          </a:solidFill>
          <a:prstDash val="solid"/>
        </a:ln>
        <a:ln w="19050" cap="flat" cmpd="sng" algn="in">
          <a:solidFill>
            <a:schemeClr val="phClr">
              <a:satMod val="150000"/>
            </a:schemeClr>
          </a:solidFill>
          <a:prstDash val="solid"/>
        </a:ln>
      </a:lnStyleLst>
      <a:effectStyleLst>
        <a:effectStyle>
          <a:effectLst/>
        </a:effectStyle>
        <a:effectStyle>
          <a:effectLst/>
        </a:effectStyle>
        <a:effectStyle>
          <a:effectLst>
            <a:innerShdw blurRad="88900" dist="25400" dir="10800000">
              <a:srgbClr val="000000">
                <a:alpha val="25000"/>
              </a:srgbClr>
            </a:innerShdw>
            <a:outerShdw blurRad="25400" dist="25400" dir="5400000" rotWithShape="0">
              <a:srgbClr val="FFFFFF">
                <a:alpha val="10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Headlines" id="{3841520A-25F2-4EB8-BE4C-611DB5ABEED9}" vid="{36CA9F4A-BB34-428E-BF18-E0AFB26A73AB}"/>
    </a:ext>
  </a:extLst>
</a:theme>
</file>

<file path=ppt/theme/theme2.xml><?xml version="1.0" encoding="utf-8"?>
<a:theme xmlns:a="http://schemas.openxmlformats.org/drawingml/2006/main" name="1_Headlines">
  <a:themeElements>
    <a:clrScheme name="Orange Red">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Headlines">
      <a:majorFont>
        <a:latin typeface="Century Schoolbook" panose="02040604050505020304"/>
        <a:ea typeface=""/>
        <a:cs typeface=""/>
        <a:font script="Jpan" typeface="メイリオ"/>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panose="020B0503020204020204"/>
        <a:ea typeface=""/>
        <a:cs typeface=""/>
        <a:font script="Jpan" typeface="メイリオ"/>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Headlines">
      <a:fillStyleLst>
        <a:solidFill>
          <a:schemeClr val="phClr"/>
        </a:solidFill>
        <a:solidFill>
          <a:schemeClr val="phClr">
            <a:tint val="67000"/>
            <a:satMod val="105000"/>
          </a:schemeClr>
        </a:solidFill>
        <a:gradFill rotWithShape="1">
          <a:gsLst>
            <a:gs pos="0">
              <a:schemeClr val="phClr">
                <a:tint val="100000"/>
                <a:satMod val="103000"/>
                <a:lumMod val="102000"/>
              </a:schemeClr>
            </a:gs>
            <a:gs pos="50000">
              <a:schemeClr val="phClr">
                <a:shade val="100000"/>
                <a:satMod val="110000"/>
                <a:lumMod val="100000"/>
              </a:schemeClr>
            </a:gs>
            <a:gs pos="100000">
              <a:schemeClr val="phClr">
                <a:shade val="70000"/>
                <a:satMod val="120000"/>
                <a:lumMod val="99000"/>
              </a:schemeClr>
            </a:gs>
          </a:gsLst>
          <a:path path="circle">
            <a:fillToRect l="100000" t="100000" r="100000" b="100000"/>
          </a:path>
        </a:gradFill>
      </a:fillStyleLst>
      <a:lnStyleLst>
        <a:ln w="6350" cap="flat" cmpd="sng" algn="in">
          <a:solidFill>
            <a:schemeClr val="phClr"/>
          </a:solidFill>
          <a:prstDash val="solid"/>
        </a:ln>
        <a:ln w="12700" cap="flat" cmpd="sng" algn="in">
          <a:solidFill>
            <a:schemeClr val="phClr"/>
          </a:solidFill>
          <a:prstDash val="solid"/>
        </a:ln>
        <a:ln w="19050" cap="flat" cmpd="sng" algn="in">
          <a:solidFill>
            <a:schemeClr val="phClr">
              <a:satMod val="150000"/>
            </a:schemeClr>
          </a:solidFill>
          <a:prstDash val="solid"/>
        </a:ln>
      </a:lnStyleLst>
      <a:effectStyleLst>
        <a:effectStyle>
          <a:effectLst/>
        </a:effectStyle>
        <a:effectStyle>
          <a:effectLst/>
        </a:effectStyle>
        <a:effectStyle>
          <a:effectLst>
            <a:innerShdw blurRad="88900" dist="25400" dir="10800000">
              <a:srgbClr val="000000">
                <a:alpha val="25000"/>
              </a:srgbClr>
            </a:innerShdw>
            <a:outerShdw blurRad="25400" dist="25400" dir="5400000" rotWithShape="0">
              <a:srgbClr val="FFFFFF">
                <a:alpha val="10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Headlines" id="{3841520A-25F2-4EB8-BE4C-611DB5ABEED9}" vid="{0A845BBA-79DB-48B1-B20E-7DB1D9224837}"/>
    </a:ext>
  </a:extLst>
</a:theme>
</file>

<file path=ppt/theme/theme3.xml><?xml version="1.0" encoding="utf-8"?>
<a:theme xmlns:a="http://schemas.openxmlformats.org/drawingml/2006/main" name="USQ Corporate Theme">
  <a:themeElements>
    <a:clrScheme name="USQ Colour Palette">
      <a:dk1>
        <a:srgbClr val="000000"/>
      </a:dk1>
      <a:lt1>
        <a:srgbClr val="FFFFFF"/>
      </a:lt1>
      <a:dk2>
        <a:srgbClr val="44546A"/>
      </a:dk2>
      <a:lt2>
        <a:srgbClr val="E7E6E6"/>
      </a:lt2>
      <a:accent1>
        <a:srgbClr val="FDBA12"/>
      </a:accent1>
      <a:accent2>
        <a:srgbClr val="B63393"/>
      </a:accent2>
      <a:accent3>
        <a:srgbClr val="0090BA"/>
      </a:accent3>
      <a:accent4>
        <a:srgbClr val="E63E30"/>
      </a:accent4>
      <a:accent5>
        <a:srgbClr val="63A945"/>
      </a:accent5>
      <a:accent6>
        <a:srgbClr val="003D6E"/>
      </a:accent6>
      <a:hlink>
        <a:srgbClr val="0563C1"/>
      </a:hlink>
      <a:folHlink>
        <a:srgbClr val="0070C0"/>
      </a:folHlink>
    </a:clrScheme>
    <a:fontScheme name="USQ Font">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USQ_Powerpoint_Campaign_Template_1608" id="{F78DB81F-C816-4918-9279-736C8E4837AE}" vid="{1A60C3A3-A81E-4DDE-AF34-B4FC40809EAC}"/>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TaxCatchAll xmlns="bf36cd9b-d814-458f-833b-5168f0494990" xsi:nil="true"/>
    <lcf76f155ced4ddcb4097134ff3c332f xmlns="88424654-e3d7-41e6-b56b-30e9a9da64bd">
      <Terms xmlns="http://schemas.microsoft.com/office/infopath/2007/PartnerControls"/>
    </lcf76f155ced4ddcb4097134ff3c332f>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D763B95F92623546AE77EF6D06B271D8" ma:contentTypeVersion="17" ma:contentTypeDescription="Create a new document." ma:contentTypeScope="" ma:versionID="469de6f5529a9c815cf05b1ceed18ebe">
  <xsd:schema xmlns:xsd="http://www.w3.org/2001/XMLSchema" xmlns:xs="http://www.w3.org/2001/XMLSchema" xmlns:p="http://schemas.microsoft.com/office/2006/metadata/properties" xmlns:ns2="88424654-e3d7-41e6-b56b-30e9a9da64bd" xmlns:ns3="bf36cd9b-d814-458f-833b-5168f0494990" targetNamespace="http://schemas.microsoft.com/office/2006/metadata/properties" ma:root="true" ma:fieldsID="4d9171b0b02fecf7dd4848dcf9426429" ns2:_="" ns3:_="">
    <xsd:import namespace="88424654-e3d7-41e6-b56b-30e9a9da64bd"/>
    <xsd:import namespace="bf36cd9b-d814-458f-833b-5168f0494990"/>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OCR" minOccurs="0"/>
                <xsd:element ref="ns2:MediaServiceGenerationTime" minOccurs="0"/>
                <xsd:element ref="ns2:MediaServiceEventHashCode" minOccurs="0"/>
                <xsd:element ref="ns2:MediaServiceDateTaken" minOccurs="0"/>
                <xsd:element ref="ns2:MediaLengthInSeconds" minOccurs="0"/>
                <xsd:element ref="ns3:SharedWithUsers" minOccurs="0"/>
                <xsd:element ref="ns3:SharedWithDetails" minOccurs="0"/>
                <xsd:element ref="ns2:lcf76f155ced4ddcb4097134ff3c332f" minOccurs="0"/>
                <xsd:element ref="ns3:TaxCatchAll"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8424654-e3d7-41e6-b56b-30e9a9da64b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OCR" ma:index="12" nillable="true" ma:displayName="Extracted Text" ma:internalName="MediaServiceOCR" ma:readOnly="true">
      <xsd:simpleType>
        <xsd:restriction base="dms:Note">
          <xsd:maxLength value="255"/>
        </xsd:restriction>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DateTaken" ma:index="15" nillable="true" ma:displayName="MediaServiceDateTaken" ma:hidden="true" ma:internalName="MediaServiceDateTaken" ma:readOnly="true">
      <xsd:simpleType>
        <xsd:restriction base="dms:Text"/>
      </xsd:simpleType>
    </xsd:element>
    <xsd:element name="MediaLengthInSeconds" ma:index="16" nillable="true" ma:displayName="MediaLengthInSeconds" ma:hidden="true" ma:internalName="MediaLengthInSeconds" ma:readOnly="true">
      <xsd:simpleType>
        <xsd:restriction base="dms:Unknown"/>
      </xsd:simpleType>
    </xsd:element>
    <xsd:element name="lcf76f155ced4ddcb4097134ff3c332f" ma:index="20" nillable="true" ma:taxonomy="true" ma:internalName="lcf76f155ced4ddcb4097134ff3c332f" ma:taxonomyFieldName="MediaServiceImageTags" ma:displayName="Image Tags" ma:readOnly="false" ma:fieldId="{5cf76f15-5ced-4ddc-b409-7134ff3c332f}" ma:taxonomyMulti="true" ma:sspId="9be28029-102c-4ab0-a6bc-168c843f2380" ma:termSetId="09814cd3-568e-fe90-9814-8d621ff8fb84" ma:anchorId="fba54fb3-c3e1-fe81-a776-ca4b69148c4d" ma:open="true" ma:isKeyword="false">
      <xsd:complexType>
        <xsd:sequence>
          <xsd:element ref="pc:Terms" minOccurs="0" maxOccurs="1"/>
        </xsd:sequence>
      </xsd:complexType>
    </xsd:element>
    <xsd:element name="MediaServiceSearchProperties" ma:index="22" nillable="true" ma:displayName="MediaServiceSearchProperties" ma:hidden="true" ma:internalName="MediaServiceSearchProperties" ma:readOnly="true">
      <xsd:simpleType>
        <xsd:restriction base="dms:Note"/>
      </xsd:simpleType>
    </xsd:element>
    <xsd:element name="MediaServiceObjectDetectorVersions" ma:index="23" nillable="true" ma:displayName="MediaServiceObjectDetectorVersions"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bf36cd9b-d814-458f-833b-5168f0494990"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element name="TaxCatchAll" ma:index="21" nillable="true" ma:displayName="Taxonomy Catch All Column" ma:hidden="true" ma:list="{39829cbb-4b66-42b9-98f1-071e930c3924}" ma:internalName="TaxCatchAll" ma:showField="CatchAllData" ma:web="bf36cd9b-d814-458f-833b-5168f049499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15E0356-AAD6-4C11-B7C0-F89686FE14F8}">
  <ds:schemaRefs>
    <ds:schemaRef ds:uri="http://schemas.microsoft.com/sharepoint/v3/contenttype/forms"/>
  </ds:schemaRefs>
</ds:datastoreItem>
</file>

<file path=customXml/itemProps2.xml><?xml version="1.0" encoding="utf-8"?>
<ds:datastoreItem xmlns:ds="http://schemas.openxmlformats.org/officeDocument/2006/customXml" ds:itemID="{508D6B5F-F924-4DEA-9A10-51E4EF7503DB}">
  <ds:schemaRefs>
    <ds:schemaRef ds:uri="http://schemas.microsoft.com/office/2006/metadata/properties"/>
    <ds:schemaRef ds:uri="http://schemas.microsoft.com/office/infopath/2007/PartnerControls"/>
    <ds:schemaRef ds:uri="bf36cd9b-d814-458f-833b-5168f0494990"/>
    <ds:schemaRef ds:uri="88424654-e3d7-41e6-b56b-30e9a9da64bd"/>
  </ds:schemaRefs>
</ds:datastoreItem>
</file>

<file path=customXml/itemProps3.xml><?xml version="1.0" encoding="utf-8"?>
<ds:datastoreItem xmlns:ds="http://schemas.openxmlformats.org/officeDocument/2006/customXml" ds:itemID="{7BB5AFE6-1C67-4BFC-96EC-0D1640C0CC8A}"/>
</file>

<file path=docMetadata/LabelInfo.xml><?xml version="1.0" encoding="utf-8"?>
<clbl:labelList xmlns:clbl="http://schemas.microsoft.com/office/2020/mipLabelMetadata">
  <clbl:label id="{378620f7-aa4a-40ac-902a-2ef913d8ed69}" enabled="0" method="" siteId="{378620f7-aa4a-40ac-902a-2ef913d8ed69}" removed="1"/>
  <clbl:label id="{ee462fa7-1598-4df7-a30c-def9902c6eed}" enabled="1" method="Standard" siteId="{ed7540ba-678f-4e84-badf-535778e53183}" removed="0"/>
</clbl:labelList>
</file>

<file path=docProps/app.xml><?xml version="1.0" encoding="utf-8"?>
<Properties xmlns="http://schemas.openxmlformats.org/officeDocument/2006/extended-properties" xmlns:vt="http://schemas.openxmlformats.org/officeDocument/2006/docPropsVTypes">
  <TotalTime>32667</TotalTime>
  <Words>557</Words>
  <Application>Microsoft Office PowerPoint</Application>
  <PresentationFormat>Widescreen</PresentationFormat>
  <Paragraphs>65</Paragraphs>
  <Slides>8</Slides>
  <Notes>7</Notes>
  <HiddenSlides>0</HiddenSlides>
  <MMClips>0</MMClips>
  <ScaleCrop>false</ScaleCrop>
  <HeadingPairs>
    <vt:vector size="4" baseType="variant">
      <vt:variant>
        <vt:lpstr>Theme</vt:lpstr>
      </vt:variant>
      <vt:variant>
        <vt:i4>3</vt:i4>
      </vt:variant>
      <vt:variant>
        <vt:lpstr>Slide Titles</vt:lpstr>
      </vt:variant>
      <vt:variant>
        <vt:i4>8</vt:i4>
      </vt:variant>
    </vt:vector>
  </HeadingPairs>
  <TitlesOfParts>
    <vt:vector size="11" baseType="lpstr">
      <vt:lpstr>Headlines</vt:lpstr>
      <vt:lpstr>1_Headlines</vt:lpstr>
      <vt:lpstr>USQ Corporate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Mount Alvernia College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Veronika Blaszczynski</dc:creator>
  <cp:lastModifiedBy>Helen Ison</cp:lastModifiedBy>
  <cp:revision>156</cp:revision>
  <dcterms:created xsi:type="dcterms:W3CDTF">2020-02-04T01:40:08Z</dcterms:created>
  <dcterms:modified xsi:type="dcterms:W3CDTF">2025-10-26T12:27:10Z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0x010100D763B95F92623546AE77EF6D06B271D8</vt:lpwstr>
  </property>
  <property fmtid="{D5CDD505-2E9C-101B-9397-08002B2CF9AE}" pid="3" name="MediaServiceImageTags">
    <vt:lpwstr/>
  </property>
</Properties>
</file>