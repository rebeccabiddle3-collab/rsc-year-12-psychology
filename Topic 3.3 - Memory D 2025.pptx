
<file path=[Content_Types].xml><?xml version="1.0" encoding="utf-8"?>
<Types xmlns="http://schemas.openxmlformats.org/package/2006/content-types">
  <Default Extension="emf" ContentType="image/x-emf"/>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theme/theme2.xml" ContentType="application/vnd.openxmlformats-officedocument.theme+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theme/theme3.xml" ContentType="application/vnd.openxmlformats-officedocument.theme+xml"/>
  <Override PartName="/ppt/theme/theme4.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changesInfos/changesInfo1.xml" ContentType="application/vnd.ms-powerpoint.changes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docMetadata/LabelInfo.xml" ContentType="application/vnd.ms-office.classificationlabels+xml"/>
</Types>
</file>

<file path=_rels/.rels><?xml version="1.0" encoding="UTF-8" standalone="yes"?><Relationships xmlns="http://schemas.openxmlformats.org/package/2006/relationships"><Relationship Id="rId3" Type="http://schemas.openxmlformats.org/package/2006/relationships/metadata/core-properties" Target="docProps/core.xml" /><Relationship Id="rId2" Type="http://schemas.openxmlformats.org/package/2006/relationships/metadata/thumbnail" Target="docProps/thumbnail.jpeg" /><Relationship Id="rId1" Type="http://schemas.openxmlformats.org/officeDocument/2006/relationships/officeDocument" Target="ppt/presentation.xml" /><Relationship Id="rId5" Type="http://schemas.openxmlformats.org/officeDocument/2006/relationships/custom-properties" Target="docProps/custom.xml" /><Relationship Id="rId4" Type="http://schemas.openxmlformats.org/officeDocument/2006/relationships/extended-properties" Target="docProps/app.xml" /><Relationship Id="rId6" Type="http://schemas.microsoft.com/office/2020/02/relationships/classificationlabels" Target="docMetadata/LabelInfo.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4"/>
    <p:sldMasterId id="2147483672" r:id="rId5"/>
    <p:sldMasterId id="2147483684" r:id="rId6"/>
  </p:sldMasterIdLst>
  <p:notesMasterIdLst>
    <p:notesMasterId r:id="rId41"/>
  </p:notesMasterIdLst>
  <p:sldIdLst>
    <p:sldId id="257" r:id="rId7"/>
    <p:sldId id="301" r:id="rId8"/>
    <p:sldId id="298" r:id="rId9"/>
    <p:sldId id="302" r:id="rId10"/>
    <p:sldId id="303" r:id="rId11"/>
    <p:sldId id="304" r:id="rId12"/>
    <p:sldId id="305" r:id="rId13"/>
    <p:sldId id="306" r:id="rId14"/>
    <p:sldId id="343" r:id="rId15"/>
    <p:sldId id="307" r:id="rId16"/>
    <p:sldId id="308" r:id="rId17"/>
    <p:sldId id="309" r:id="rId18"/>
    <p:sldId id="344" r:id="rId19"/>
    <p:sldId id="313" r:id="rId20"/>
    <p:sldId id="314" r:id="rId21"/>
    <p:sldId id="316" r:id="rId22"/>
    <p:sldId id="317" r:id="rId23"/>
    <p:sldId id="325" r:id="rId24"/>
    <p:sldId id="326" r:id="rId25"/>
    <p:sldId id="331" r:id="rId26"/>
    <p:sldId id="334" r:id="rId27"/>
    <p:sldId id="335" r:id="rId28"/>
    <p:sldId id="332" r:id="rId29"/>
    <p:sldId id="345" r:id="rId30"/>
    <p:sldId id="346" r:id="rId31"/>
    <p:sldId id="348" r:id="rId32"/>
    <p:sldId id="347" r:id="rId33"/>
    <p:sldId id="349" r:id="rId34"/>
    <p:sldId id="336" r:id="rId35"/>
    <p:sldId id="350" r:id="rId36"/>
    <p:sldId id="337" r:id="rId37"/>
    <p:sldId id="351" r:id="rId38"/>
    <p:sldId id="340" r:id="rId39"/>
    <p:sldId id="341" r:id="rId40"/>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Default Section" id="{A4199A46-0040-4F01-9326-4F0DD5EED449}">
          <p14:sldIdLst>
            <p14:sldId id="257"/>
            <p14:sldId id="301"/>
            <p14:sldId id="298"/>
            <p14:sldId id="302"/>
            <p14:sldId id="303"/>
            <p14:sldId id="304"/>
            <p14:sldId id="305"/>
            <p14:sldId id="306"/>
            <p14:sldId id="343"/>
            <p14:sldId id="307"/>
            <p14:sldId id="308"/>
            <p14:sldId id="309"/>
            <p14:sldId id="344"/>
            <p14:sldId id="313"/>
            <p14:sldId id="314"/>
            <p14:sldId id="316"/>
            <p14:sldId id="317"/>
            <p14:sldId id="325"/>
            <p14:sldId id="326"/>
            <p14:sldId id="331"/>
            <p14:sldId id="334"/>
            <p14:sldId id="335"/>
            <p14:sldId id="332"/>
            <p14:sldId id="345"/>
            <p14:sldId id="346"/>
            <p14:sldId id="348"/>
            <p14:sldId id="347"/>
            <p14:sldId id="349"/>
            <p14:sldId id="336"/>
            <p14:sldId id="350"/>
            <p14:sldId id="337"/>
            <p14:sldId id="351"/>
            <p14:sldId id="340"/>
            <p14:sldId id="341"/>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4994" autoAdjust="0"/>
    <p:restoredTop sz="85068" autoAdjust="0"/>
  </p:normalViewPr>
  <p:slideViewPr>
    <p:cSldViewPr snapToGrid="0">
      <p:cViewPr varScale="1">
        <p:scale>
          <a:sx n="82" d="100"/>
          <a:sy n="82" d="100"/>
        </p:scale>
        <p:origin x="474" y="42"/>
      </p:cViewPr>
      <p:guideLst/>
    </p:cSldViewPr>
  </p:slideViewPr>
  <p:notesTextViewPr>
    <p:cViewPr>
      <p:scale>
        <a:sx n="1" d="1"/>
        <a:sy n="1" d="1"/>
      </p:scale>
      <p:origin x="0" y="0"/>
    </p:cViewPr>
  </p:notesTextViewPr>
  <p:sorterViewPr>
    <p:cViewPr>
      <p:scale>
        <a:sx n="74" d="100"/>
        <a:sy n="74" d="100"/>
      </p:scale>
      <p:origin x="0" y="0"/>
    </p:cViewPr>
  </p:sorter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7.xml"/><Relationship Id="rId18" Type="http://schemas.openxmlformats.org/officeDocument/2006/relationships/slide" Target="slides/slide12.xml"/><Relationship Id="rId26" Type="http://schemas.openxmlformats.org/officeDocument/2006/relationships/slide" Target="slides/slide20.xml"/><Relationship Id="rId39" Type="http://schemas.openxmlformats.org/officeDocument/2006/relationships/slide" Target="slides/slide33.xml"/><Relationship Id="rId21" Type="http://schemas.openxmlformats.org/officeDocument/2006/relationships/slide" Target="slides/slide15.xml"/><Relationship Id="rId34" Type="http://schemas.openxmlformats.org/officeDocument/2006/relationships/slide" Target="slides/slide28.xml"/><Relationship Id="rId42" Type="http://schemas.openxmlformats.org/officeDocument/2006/relationships/presProps" Target="presProps.xml"/><Relationship Id="rId7" Type="http://schemas.openxmlformats.org/officeDocument/2006/relationships/slide" Target="slides/slide1.xml"/><Relationship Id="rId2" Type="http://schemas.openxmlformats.org/officeDocument/2006/relationships/customXml" Target="../customXml/item2.xml"/><Relationship Id="rId16" Type="http://schemas.openxmlformats.org/officeDocument/2006/relationships/slide" Target="slides/slide10.xml"/><Relationship Id="rId29" Type="http://schemas.openxmlformats.org/officeDocument/2006/relationships/slide" Target="slides/slide23.xml"/><Relationship Id="rId1" Type="http://schemas.openxmlformats.org/officeDocument/2006/relationships/customXml" Target="../customXml/item1.xml"/><Relationship Id="rId6" Type="http://schemas.openxmlformats.org/officeDocument/2006/relationships/slideMaster" Target="slideMasters/slideMaster3.xml"/><Relationship Id="rId11" Type="http://schemas.openxmlformats.org/officeDocument/2006/relationships/slide" Target="slides/slide5.xml"/><Relationship Id="rId24" Type="http://schemas.openxmlformats.org/officeDocument/2006/relationships/slide" Target="slides/slide18.xml"/><Relationship Id="rId32" Type="http://schemas.openxmlformats.org/officeDocument/2006/relationships/slide" Target="slides/slide26.xml"/><Relationship Id="rId37" Type="http://schemas.openxmlformats.org/officeDocument/2006/relationships/slide" Target="slides/slide31.xml"/><Relationship Id="rId40" Type="http://schemas.openxmlformats.org/officeDocument/2006/relationships/slide" Target="slides/slide34.xml"/><Relationship Id="rId45" Type="http://schemas.openxmlformats.org/officeDocument/2006/relationships/tableStyles" Target="tableStyles.xml"/><Relationship Id="rId5" Type="http://schemas.openxmlformats.org/officeDocument/2006/relationships/slideMaster" Target="slideMasters/slideMaster2.xml"/><Relationship Id="rId15" Type="http://schemas.openxmlformats.org/officeDocument/2006/relationships/slide" Target="slides/slide9.xml"/><Relationship Id="rId23" Type="http://schemas.openxmlformats.org/officeDocument/2006/relationships/slide" Target="slides/slide17.xml"/><Relationship Id="rId28" Type="http://schemas.openxmlformats.org/officeDocument/2006/relationships/slide" Target="slides/slide22.xml"/><Relationship Id="rId36" Type="http://schemas.openxmlformats.org/officeDocument/2006/relationships/slide" Target="slides/slide30.xml"/><Relationship Id="rId10" Type="http://schemas.openxmlformats.org/officeDocument/2006/relationships/slide" Target="slides/slide4.xml"/><Relationship Id="rId19" Type="http://schemas.openxmlformats.org/officeDocument/2006/relationships/slide" Target="slides/slide13.xml"/><Relationship Id="rId31" Type="http://schemas.openxmlformats.org/officeDocument/2006/relationships/slide" Target="slides/slide25.xml"/><Relationship Id="rId44" Type="http://schemas.openxmlformats.org/officeDocument/2006/relationships/theme" Target="theme/theme1.xml"/><Relationship Id="rId4" Type="http://schemas.openxmlformats.org/officeDocument/2006/relationships/slideMaster" Target="slideMasters/slideMaster1.xml"/><Relationship Id="rId9" Type="http://schemas.openxmlformats.org/officeDocument/2006/relationships/slide" Target="slides/slide3.xml"/><Relationship Id="rId14" Type="http://schemas.openxmlformats.org/officeDocument/2006/relationships/slide" Target="slides/slide8.xml"/><Relationship Id="rId22" Type="http://schemas.openxmlformats.org/officeDocument/2006/relationships/slide" Target="slides/slide16.xml"/><Relationship Id="rId27" Type="http://schemas.openxmlformats.org/officeDocument/2006/relationships/slide" Target="slides/slide21.xml"/><Relationship Id="rId30" Type="http://schemas.openxmlformats.org/officeDocument/2006/relationships/slide" Target="slides/slide24.xml"/><Relationship Id="rId35" Type="http://schemas.openxmlformats.org/officeDocument/2006/relationships/slide" Target="slides/slide29.xml"/><Relationship Id="rId43" Type="http://schemas.openxmlformats.org/officeDocument/2006/relationships/viewProps" Target="viewProps.xml"/><Relationship Id="rId8" Type="http://schemas.openxmlformats.org/officeDocument/2006/relationships/slide" Target="slides/slide2.xml"/><Relationship Id="rId3" Type="http://schemas.openxmlformats.org/officeDocument/2006/relationships/customXml" Target="../customXml/item3.xml"/><Relationship Id="rId12" Type="http://schemas.openxmlformats.org/officeDocument/2006/relationships/slide" Target="slides/slide6.xml"/><Relationship Id="rId17" Type="http://schemas.openxmlformats.org/officeDocument/2006/relationships/slide" Target="slides/slide11.xml"/><Relationship Id="rId25" Type="http://schemas.openxmlformats.org/officeDocument/2006/relationships/slide" Target="slides/slide19.xml"/><Relationship Id="rId33" Type="http://schemas.openxmlformats.org/officeDocument/2006/relationships/slide" Target="slides/slide27.xml"/><Relationship Id="rId38" Type="http://schemas.openxmlformats.org/officeDocument/2006/relationships/slide" Target="slides/slide32.xml"/><Relationship Id="rId46" Type="http://schemas.microsoft.com/office/2016/11/relationships/changesInfo" Target="changesInfos/changesInfo1.xml"/><Relationship Id="rId20" Type="http://schemas.openxmlformats.org/officeDocument/2006/relationships/slide" Target="slides/slide14.xml"/><Relationship Id="rId41" Type="http://schemas.openxmlformats.org/officeDocument/2006/relationships/notesMaster" Target="notesMasters/notesMaster1.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Helen Ison" userId="b983573a-0cf9-48f6-89e3-da26c4a59f46" providerId="ADAL" clId="{CEC908C4-D1C9-46EE-9FFC-C9EF66C519EF}"/>
    <pc:docChg chg="undo custSel addSld delSld modSld sldOrd addSection delSection modSection">
      <pc:chgData name="Helen Ison" userId="b983573a-0cf9-48f6-89e3-da26c4a59f46" providerId="ADAL" clId="{CEC908C4-D1C9-46EE-9FFC-C9EF66C519EF}" dt="2025-10-23T00:25:48.318" v="1357" actId="14100"/>
      <pc:docMkLst>
        <pc:docMk/>
      </pc:docMkLst>
      <pc:sldChg chg="modSp mod">
        <pc:chgData name="Helen Ison" userId="b983573a-0cf9-48f6-89e3-da26c4a59f46" providerId="ADAL" clId="{CEC908C4-D1C9-46EE-9FFC-C9EF66C519EF}" dt="2025-10-22T01:06:43.235" v="44" actId="207"/>
        <pc:sldMkLst>
          <pc:docMk/>
          <pc:sldMk cId="4268717424" sldId="298"/>
        </pc:sldMkLst>
        <pc:spChg chg="mod">
          <ac:chgData name="Helen Ison" userId="b983573a-0cf9-48f6-89e3-da26c4a59f46" providerId="ADAL" clId="{CEC908C4-D1C9-46EE-9FFC-C9EF66C519EF}" dt="2025-10-22T01:06:43.235" v="44" actId="207"/>
          <ac:spMkLst>
            <pc:docMk/>
            <pc:sldMk cId="4268717424" sldId="298"/>
            <ac:spMk id="9" creationId="{00000000-0000-0000-0000-000000000000}"/>
          </ac:spMkLst>
        </pc:spChg>
      </pc:sldChg>
      <pc:sldChg chg="modSp mod">
        <pc:chgData name="Helen Ison" userId="b983573a-0cf9-48f6-89e3-da26c4a59f46" providerId="ADAL" clId="{CEC908C4-D1C9-46EE-9FFC-C9EF66C519EF}" dt="2025-10-22T23:08:31.440" v="306" actId="20577"/>
        <pc:sldMkLst>
          <pc:docMk/>
          <pc:sldMk cId="2957609959" sldId="313"/>
        </pc:sldMkLst>
        <pc:spChg chg="mod">
          <ac:chgData name="Helen Ison" userId="b983573a-0cf9-48f6-89e3-da26c4a59f46" providerId="ADAL" clId="{CEC908C4-D1C9-46EE-9FFC-C9EF66C519EF}" dt="2025-10-22T23:08:31.440" v="306" actId="20577"/>
          <ac:spMkLst>
            <pc:docMk/>
            <pc:sldMk cId="2957609959" sldId="313"/>
            <ac:spMk id="6" creationId="{00000000-0000-0000-0000-000000000000}"/>
          </ac:spMkLst>
        </pc:spChg>
      </pc:sldChg>
      <pc:sldChg chg="modSp mod">
        <pc:chgData name="Helen Ison" userId="b983573a-0cf9-48f6-89e3-da26c4a59f46" providerId="ADAL" clId="{CEC908C4-D1C9-46EE-9FFC-C9EF66C519EF}" dt="2025-10-22T23:08:43.365" v="310" actId="20577"/>
        <pc:sldMkLst>
          <pc:docMk/>
          <pc:sldMk cId="2867560600" sldId="325"/>
        </pc:sldMkLst>
        <pc:spChg chg="mod">
          <ac:chgData name="Helen Ison" userId="b983573a-0cf9-48f6-89e3-da26c4a59f46" providerId="ADAL" clId="{CEC908C4-D1C9-46EE-9FFC-C9EF66C519EF}" dt="2025-10-22T23:08:43.365" v="310" actId="20577"/>
          <ac:spMkLst>
            <pc:docMk/>
            <pc:sldMk cId="2867560600" sldId="325"/>
            <ac:spMk id="6" creationId="{00000000-0000-0000-0000-000000000000}"/>
          </ac:spMkLst>
        </pc:spChg>
      </pc:sldChg>
      <pc:sldChg chg="modSp mod">
        <pc:chgData name="Helen Ison" userId="b983573a-0cf9-48f6-89e3-da26c4a59f46" providerId="ADAL" clId="{CEC908C4-D1C9-46EE-9FFC-C9EF66C519EF}" dt="2025-10-22T23:08:57.409" v="314" actId="20577"/>
        <pc:sldMkLst>
          <pc:docMk/>
          <pc:sldMk cId="2651423974" sldId="331"/>
        </pc:sldMkLst>
        <pc:spChg chg="mod">
          <ac:chgData name="Helen Ison" userId="b983573a-0cf9-48f6-89e3-da26c4a59f46" providerId="ADAL" clId="{CEC908C4-D1C9-46EE-9FFC-C9EF66C519EF}" dt="2025-10-22T23:08:57.409" v="314" actId="20577"/>
          <ac:spMkLst>
            <pc:docMk/>
            <pc:sldMk cId="2651423974" sldId="331"/>
            <ac:spMk id="6" creationId="{00000000-0000-0000-0000-000000000000}"/>
          </ac:spMkLst>
        </pc:spChg>
      </pc:sldChg>
      <pc:sldChg chg="modSp mod">
        <pc:chgData name="Helen Ison" userId="b983573a-0cf9-48f6-89e3-da26c4a59f46" providerId="ADAL" clId="{CEC908C4-D1C9-46EE-9FFC-C9EF66C519EF}" dt="2025-10-23T00:17:13.534" v="1348" actId="20577"/>
        <pc:sldMkLst>
          <pc:docMk/>
          <pc:sldMk cId="854823643" sldId="336"/>
        </pc:sldMkLst>
        <pc:spChg chg="mod">
          <ac:chgData name="Helen Ison" userId="b983573a-0cf9-48f6-89e3-da26c4a59f46" providerId="ADAL" clId="{CEC908C4-D1C9-46EE-9FFC-C9EF66C519EF}" dt="2025-10-23T00:17:13.534" v="1348" actId="20577"/>
          <ac:spMkLst>
            <pc:docMk/>
            <pc:sldMk cId="854823643" sldId="336"/>
            <ac:spMk id="5" creationId="{00000000-0000-0000-0000-000000000000}"/>
          </ac:spMkLst>
        </pc:spChg>
        <pc:spChg chg="mod">
          <ac:chgData name="Helen Ison" userId="b983573a-0cf9-48f6-89e3-da26c4a59f46" providerId="ADAL" clId="{CEC908C4-D1C9-46EE-9FFC-C9EF66C519EF}" dt="2025-10-22T23:09:26.159" v="326" actId="20577"/>
          <ac:spMkLst>
            <pc:docMk/>
            <pc:sldMk cId="854823643" sldId="336"/>
            <ac:spMk id="6" creationId="{00000000-0000-0000-0000-000000000000}"/>
          </ac:spMkLst>
        </pc:spChg>
      </pc:sldChg>
      <pc:sldChg chg="modSp mod">
        <pc:chgData name="Helen Ison" userId="b983573a-0cf9-48f6-89e3-da26c4a59f46" providerId="ADAL" clId="{CEC908C4-D1C9-46EE-9FFC-C9EF66C519EF}" dt="2025-10-22T23:09:39.081" v="330" actId="20577"/>
        <pc:sldMkLst>
          <pc:docMk/>
          <pc:sldMk cId="3726421938" sldId="337"/>
        </pc:sldMkLst>
        <pc:spChg chg="mod">
          <ac:chgData name="Helen Ison" userId="b983573a-0cf9-48f6-89e3-da26c4a59f46" providerId="ADAL" clId="{CEC908C4-D1C9-46EE-9FFC-C9EF66C519EF}" dt="2025-10-22T23:09:39.081" v="330" actId="20577"/>
          <ac:spMkLst>
            <pc:docMk/>
            <pc:sldMk cId="3726421938" sldId="337"/>
            <ac:spMk id="6" creationId="{00000000-0000-0000-0000-000000000000}"/>
          </ac:spMkLst>
        </pc:spChg>
      </pc:sldChg>
      <pc:sldChg chg="addSp delSp modSp mod ord">
        <pc:chgData name="Helen Ison" userId="b983573a-0cf9-48f6-89e3-da26c4a59f46" providerId="ADAL" clId="{CEC908C4-D1C9-46EE-9FFC-C9EF66C519EF}" dt="2025-10-22T23:17:42.305" v="414"/>
        <pc:sldMkLst>
          <pc:docMk/>
          <pc:sldMk cId="4168974976" sldId="340"/>
        </pc:sldMkLst>
        <pc:spChg chg="add mod">
          <ac:chgData name="Helen Ison" userId="b983573a-0cf9-48f6-89e3-da26c4a59f46" providerId="ADAL" clId="{CEC908C4-D1C9-46EE-9FFC-C9EF66C519EF}" dt="2025-10-22T23:17:42.305" v="414"/>
          <ac:spMkLst>
            <pc:docMk/>
            <pc:sldMk cId="4168974976" sldId="340"/>
            <ac:spMk id="2" creationId="{C8C592B9-069B-6E13-D7E5-8EDE6DB49409}"/>
          </ac:spMkLst>
        </pc:spChg>
        <pc:spChg chg="mod">
          <ac:chgData name="Helen Ison" userId="b983573a-0cf9-48f6-89e3-da26c4a59f46" providerId="ADAL" clId="{CEC908C4-D1C9-46EE-9FFC-C9EF66C519EF}" dt="2025-10-22T23:17:40.085" v="413" actId="14100"/>
          <ac:spMkLst>
            <pc:docMk/>
            <pc:sldMk cId="4168974976" sldId="340"/>
            <ac:spMk id="5" creationId="{00000000-0000-0000-0000-000000000000}"/>
          </ac:spMkLst>
        </pc:spChg>
      </pc:sldChg>
      <pc:sldChg chg="addSp delSp modSp new mod">
        <pc:chgData name="Helen Ison" userId="b983573a-0cf9-48f6-89e3-da26c4a59f46" providerId="ADAL" clId="{CEC908C4-D1C9-46EE-9FFC-C9EF66C519EF}" dt="2025-10-22T01:16:36.315" v="150" actId="14734"/>
        <pc:sldMkLst>
          <pc:docMk/>
          <pc:sldMk cId="534706455" sldId="343"/>
        </pc:sldMkLst>
        <pc:spChg chg="mod">
          <ac:chgData name="Helen Ison" userId="b983573a-0cf9-48f6-89e3-da26c4a59f46" providerId="ADAL" clId="{CEC908C4-D1C9-46EE-9FFC-C9EF66C519EF}" dt="2025-10-22T01:12:48.916" v="94" actId="20577"/>
          <ac:spMkLst>
            <pc:docMk/>
            <pc:sldMk cId="534706455" sldId="343"/>
            <ac:spMk id="3" creationId="{E8A0972E-D883-4147-563C-8C6D36F91842}"/>
          </ac:spMkLst>
        </pc:spChg>
        <pc:graphicFrameChg chg="add mod modGraphic">
          <ac:chgData name="Helen Ison" userId="b983573a-0cf9-48f6-89e3-da26c4a59f46" providerId="ADAL" clId="{CEC908C4-D1C9-46EE-9FFC-C9EF66C519EF}" dt="2025-10-22T01:16:36.315" v="150" actId="14734"/>
          <ac:graphicFrameMkLst>
            <pc:docMk/>
            <pc:sldMk cId="534706455" sldId="343"/>
            <ac:graphicFrameMk id="5" creationId="{4A900A1A-60F5-AB23-3364-B134121EBB2F}"/>
          </ac:graphicFrameMkLst>
        </pc:graphicFrameChg>
      </pc:sldChg>
      <pc:sldChg chg="modSp add mod setBg">
        <pc:chgData name="Helen Ison" userId="b983573a-0cf9-48f6-89e3-da26c4a59f46" providerId="ADAL" clId="{CEC908C4-D1C9-46EE-9FFC-C9EF66C519EF}" dt="2025-10-22T01:18:05.934" v="154" actId="207"/>
        <pc:sldMkLst>
          <pc:docMk/>
          <pc:sldMk cId="1749568784" sldId="344"/>
        </pc:sldMkLst>
        <pc:spChg chg="mod">
          <ac:chgData name="Helen Ison" userId="b983573a-0cf9-48f6-89e3-da26c4a59f46" providerId="ADAL" clId="{CEC908C4-D1C9-46EE-9FFC-C9EF66C519EF}" dt="2025-10-22T01:18:05.934" v="154" actId="207"/>
          <ac:spMkLst>
            <pc:docMk/>
            <pc:sldMk cId="1749568784" sldId="344"/>
            <ac:spMk id="9" creationId="{6F97D6DE-9701-77C8-6BCC-8309FBAF40CD}"/>
          </ac:spMkLst>
        </pc:spChg>
      </pc:sldChg>
      <pc:sldChg chg="modSp add mod">
        <pc:chgData name="Helen Ison" userId="b983573a-0cf9-48f6-89e3-da26c4a59f46" providerId="ADAL" clId="{CEC908C4-D1C9-46EE-9FFC-C9EF66C519EF}" dt="2025-10-22T01:22:17.841" v="158" actId="207"/>
        <pc:sldMkLst>
          <pc:docMk/>
          <pc:sldMk cId="2871410023" sldId="345"/>
        </pc:sldMkLst>
        <pc:spChg chg="mod">
          <ac:chgData name="Helen Ison" userId="b983573a-0cf9-48f6-89e3-da26c4a59f46" providerId="ADAL" clId="{CEC908C4-D1C9-46EE-9FFC-C9EF66C519EF}" dt="2025-10-22T01:22:17.841" v="158" actId="207"/>
          <ac:spMkLst>
            <pc:docMk/>
            <pc:sldMk cId="2871410023" sldId="345"/>
            <ac:spMk id="9" creationId="{BAFA794E-6805-AED2-E2FE-BF07883EFE3F}"/>
          </ac:spMkLst>
        </pc:spChg>
      </pc:sldChg>
      <pc:sldChg chg="addSp delSp modSp add mod setBg">
        <pc:chgData name="Helen Ison" userId="b983573a-0cf9-48f6-89e3-da26c4a59f46" providerId="ADAL" clId="{CEC908C4-D1C9-46EE-9FFC-C9EF66C519EF}" dt="2025-10-23T00:05:06.646" v="1279" actId="14100"/>
        <pc:sldMkLst>
          <pc:docMk/>
          <pc:sldMk cId="1939602896" sldId="346"/>
        </pc:sldMkLst>
        <pc:spChg chg="add mod">
          <ac:chgData name="Helen Ison" userId="b983573a-0cf9-48f6-89e3-da26c4a59f46" providerId="ADAL" clId="{CEC908C4-D1C9-46EE-9FFC-C9EF66C519EF}" dt="2025-10-23T00:04:53.674" v="1276" actId="1076"/>
          <ac:spMkLst>
            <pc:docMk/>
            <pc:sldMk cId="1939602896" sldId="346"/>
            <ac:spMk id="3" creationId="{5624DB13-909E-1CCB-1475-A380DF08840E}"/>
          </ac:spMkLst>
        </pc:spChg>
        <pc:spChg chg="add mod">
          <ac:chgData name="Helen Ison" userId="b983573a-0cf9-48f6-89e3-da26c4a59f46" providerId="ADAL" clId="{CEC908C4-D1C9-46EE-9FFC-C9EF66C519EF}" dt="2025-10-23T00:05:06.646" v="1279" actId="14100"/>
          <ac:spMkLst>
            <pc:docMk/>
            <pc:sldMk cId="1939602896" sldId="346"/>
            <ac:spMk id="4" creationId="{2AAB4AEC-15E8-EB9B-114F-7F4AB6FBCD39}"/>
          </ac:spMkLst>
        </pc:spChg>
        <pc:spChg chg="mod">
          <ac:chgData name="Helen Ison" userId="b983573a-0cf9-48f6-89e3-da26c4a59f46" providerId="ADAL" clId="{CEC908C4-D1C9-46EE-9FFC-C9EF66C519EF}" dt="2025-10-22T23:56:49.912" v="634" actId="20577"/>
          <ac:spMkLst>
            <pc:docMk/>
            <pc:sldMk cId="1939602896" sldId="346"/>
            <ac:spMk id="5" creationId="{2DA05336-9BF4-D3AA-A67E-6B7DD96FE540}"/>
          </ac:spMkLst>
        </pc:spChg>
        <pc:spChg chg="mod">
          <ac:chgData name="Helen Ison" userId="b983573a-0cf9-48f6-89e3-da26c4a59f46" providerId="ADAL" clId="{CEC908C4-D1C9-46EE-9FFC-C9EF66C519EF}" dt="2025-10-23T00:03:51.362" v="1265" actId="1076"/>
          <ac:spMkLst>
            <pc:docMk/>
            <pc:sldMk cId="1939602896" sldId="346"/>
            <ac:spMk id="6" creationId="{1A8ADF16-B811-32B5-D3D4-D6FE923BBF86}"/>
          </ac:spMkLst>
        </pc:spChg>
      </pc:sldChg>
      <pc:sldChg chg="modSp add mod setBg">
        <pc:chgData name="Helen Ison" userId="b983573a-0cf9-48f6-89e3-da26c4a59f46" providerId="ADAL" clId="{CEC908C4-D1C9-46EE-9FFC-C9EF66C519EF}" dt="2025-10-23T00:17:25.402" v="1351" actId="14100"/>
        <pc:sldMkLst>
          <pc:docMk/>
          <pc:sldMk cId="3614562078" sldId="347"/>
        </pc:sldMkLst>
        <pc:spChg chg="mod">
          <ac:chgData name="Helen Ison" userId="b983573a-0cf9-48f6-89e3-da26c4a59f46" providerId="ADAL" clId="{CEC908C4-D1C9-46EE-9FFC-C9EF66C519EF}" dt="2025-10-23T00:17:25.402" v="1351" actId="14100"/>
          <ac:spMkLst>
            <pc:docMk/>
            <pc:sldMk cId="3614562078" sldId="347"/>
            <ac:spMk id="5" creationId="{0E2D4406-FCDC-F085-D208-B11F98F5980D}"/>
          </ac:spMkLst>
        </pc:spChg>
        <pc:spChg chg="mod">
          <ac:chgData name="Helen Ison" userId="b983573a-0cf9-48f6-89e3-da26c4a59f46" providerId="ADAL" clId="{CEC908C4-D1C9-46EE-9FFC-C9EF66C519EF}" dt="2025-10-22T23:09:19.675" v="322" actId="20577"/>
          <ac:spMkLst>
            <pc:docMk/>
            <pc:sldMk cId="3614562078" sldId="347"/>
            <ac:spMk id="6" creationId="{E18364E0-2F78-16BA-FA1B-04491EE4859E}"/>
          </ac:spMkLst>
        </pc:spChg>
      </pc:sldChg>
      <pc:sldChg chg="addSp delSp modSp new mod modAnim">
        <pc:chgData name="Helen Ison" userId="b983573a-0cf9-48f6-89e3-da26c4a59f46" providerId="ADAL" clId="{CEC908C4-D1C9-46EE-9FFC-C9EF66C519EF}" dt="2025-10-23T00:07:56.946" v="1285" actId="14100"/>
        <pc:sldMkLst>
          <pc:docMk/>
          <pc:sldMk cId="1911006995" sldId="348"/>
        </pc:sldMkLst>
        <pc:picChg chg="add mod">
          <ac:chgData name="Helen Ison" userId="b983573a-0cf9-48f6-89e3-da26c4a59f46" providerId="ADAL" clId="{CEC908C4-D1C9-46EE-9FFC-C9EF66C519EF}" dt="2025-10-23T00:07:56.946" v="1285" actId="14100"/>
          <ac:picMkLst>
            <pc:docMk/>
            <pc:sldMk cId="1911006995" sldId="348"/>
            <ac:picMk id="4" creationId="{CB4A94BC-D23F-BEA4-F281-A30BB0EA7FB5}"/>
          </ac:picMkLst>
        </pc:picChg>
      </pc:sldChg>
      <pc:sldChg chg="addSp delSp modSp new mod modAnim">
        <pc:chgData name="Helen Ison" userId="b983573a-0cf9-48f6-89e3-da26c4a59f46" providerId="ADAL" clId="{CEC908C4-D1C9-46EE-9FFC-C9EF66C519EF}" dt="2025-10-23T00:09:37.078" v="1293" actId="14100"/>
        <pc:sldMkLst>
          <pc:docMk/>
          <pc:sldMk cId="2586112615" sldId="349"/>
        </pc:sldMkLst>
        <pc:picChg chg="add mod">
          <ac:chgData name="Helen Ison" userId="b983573a-0cf9-48f6-89e3-da26c4a59f46" providerId="ADAL" clId="{CEC908C4-D1C9-46EE-9FFC-C9EF66C519EF}" dt="2025-10-23T00:09:37.078" v="1293" actId="14100"/>
          <ac:picMkLst>
            <pc:docMk/>
            <pc:sldMk cId="2586112615" sldId="349"/>
            <ac:picMk id="4" creationId="{CEB6907E-6151-E658-496B-FB5101F35227}"/>
          </ac:picMkLst>
        </pc:picChg>
      </pc:sldChg>
      <pc:sldChg chg="addSp delSp modSp new mod modAnim">
        <pc:chgData name="Helen Ison" userId="b983573a-0cf9-48f6-89e3-da26c4a59f46" providerId="ADAL" clId="{CEC908C4-D1C9-46EE-9FFC-C9EF66C519EF}" dt="2025-10-23T00:16:58.227" v="1299" actId="14100"/>
        <pc:sldMkLst>
          <pc:docMk/>
          <pc:sldMk cId="680629639" sldId="350"/>
        </pc:sldMkLst>
        <pc:picChg chg="add mod">
          <ac:chgData name="Helen Ison" userId="b983573a-0cf9-48f6-89e3-da26c4a59f46" providerId="ADAL" clId="{CEC908C4-D1C9-46EE-9FFC-C9EF66C519EF}" dt="2025-10-23T00:16:58.227" v="1299" actId="14100"/>
          <ac:picMkLst>
            <pc:docMk/>
            <pc:sldMk cId="680629639" sldId="350"/>
            <ac:picMk id="4" creationId="{9550462A-2143-24DC-78FB-AC4BFB3F2BC6}"/>
          </ac:picMkLst>
        </pc:picChg>
      </pc:sldChg>
      <pc:sldChg chg="addSp delSp modSp new mod modAnim">
        <pc:chgData name="Helen Ison" userId="b983573a-0cf9-48f6-89e3-da26c4a59f46" providerId="ADAL" clId="{CEC908C4-D1C9-46EE-9FFC-C9EF66C519EF}" dt="2025-10-23T00:25:48.318" v="1357" actId="14100"/>
        <pc:sldMkLst>
          <pc:docMk/>
          <pc:sldMk cId="709895761" sldId="351"/>
        </pc:sldMkLst>
        <pc:picChg chg="add mod">
          <ac:chgData name="Helen Ison" userId="b983573a-0cf9-48f6-89e3-da26c4a59f46" providerId="ADAL" clId="{CEC908C4-D1C9-46EE-9FFC-C9EF66C519EF}" dt="2025-10-23T00:25:48.318" v="1357" actId="14100"/>
          <ac:picMkLst>
            <pc:docMk/>
            <pc:sldMk cId="709895761" sldId="351"/>
            <ac:picMk id="4" creationId="{86874EA0-123E-D867-A517-199AFC1B1AC6}"/>
          </ac:picMkLst>
        </pc:picChg>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4.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AU"/>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A84BE07A-9D97-4614-9D85-BAFC0F80F10E}" type="datetimeFigureOut">
              <a:rPr lang="en-AU" smtClean="0"/>
              <a:t>12/11/2025</a:t>
            </a:fld>
            <a:endParaRPr lang="en-AU"/>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AU"/>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AU"/>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AU"/>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539361B-47BF-4625-A2C2-E9F81B46D426}" type="slidenum">
              <a:rPr lang="en-AU" smtClean="0"/>
              <a:t>‹#›</a:t>
            </a:fld>
            <a:endParaRPr lang="en-AU"/>
          </a:p>
        </p:txBody>
      </p:sp>
    </p:spTree>
    <p:extLst>
      <p:ext uri="{BB962C8B-B14F-4D97-AF65-F5344CB8AC3E}">
        <p14:creationId xmlns:p14="http://schemas.microsoft.com/office/powerpoint/2010/main" val="2061286494"/>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3" Type="http://schemas.openxmlformats.org/officeDocument/2006/relationships/hyperlink" Target="https://www.youtube.com/watch?v=p9IOqd1LpkA" TargetMode="External"/><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AU" dirty="0"/>
              <a:t>Pre-test – Ed Perfect</a:t>
            </a:r>
          </a:p>
        </p:txBody>
      </p:sp>
      <p:sp>
        <p:nvSpPr>
          <p:cNvPr id="4" name="Slide Number Placeholder 3"/>
          <p:cNvSpPr>
            <a:spLocks noGrp="1"/>
          </p:cNvSpPr>
          <p:nvPr>
            <p:ph type="sldNum" sz="quarter" idx="10"/>
          </p:nvPr>
        </p:nvSpPr>
        <p:spPr/>
        <p:txBody>
          <a:bodyPr/>
          <a:lstStyle/>
          <a:p>
            <a:pPr marL="0" marR="0" lvl="0" indent="0" algn="r" defTabSz="457200" rtl="0" eaLnBrk="1" fontAlgn="auto" latinLnBrk="0" hangingPunct="1">
              <a:lnSpc>
                <a:spcPct val="100000"/>
              </a:lnSpc>
              <a:spcBef>
                <a:spcPts val="0"/>
              </a:spcBef>
              <a:spcAft>
                <a:spcPts val="0"/>
              </a:spcAft>
              <a:buClrTx/>
              <a:buSzTx/>
              <a:buFontTx/>
              <a:buNone/>
              <a:tabLst/>
              <a:defRPr/>
            </a:pPr>
            <a:fld id="{D4028790-E8ED-44C1-A9BE-5595E6D829A6}" type="slidenum">
              <a:rPr kumimoji="0" lang="en-AU"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457200" rtl="0" eaLnBrk="1" fontAlgn="auto" latinLnBrk="0" hangingPunct="1">
                <a:lnSpc>
                  <a:spcPct val="100000"/>
                </a:lnSpc>
                <a:spcBef>
                  <a:spcPts val="0"/>
                </a:spcBef>
                <a:spcAft>
                  <a:spcPts val="0"/>
                </a:spcAft>
                <a:buClrTx/>
                <a:buSzTx/>
                <a:buFontTx/>
                <a:buNone/>
                <a:tabLst/>
                <a:defRPr/>
              </a:pPr>
              <a:t>1</a:t>
            </a:fld>
            <a:endParaRPr kumimoji="0" lang="en-AU"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1781872997"/>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AU" baseline="0" dirty="0"/>
          </a:p>
        </p:txBody>
      </p:sp>
      <p:sp>
        <p:nvSpPr>
          <p:cNvPr id="4" name="Slide Number Placeholder 3"/>
          <p:cNvSpPr>
            <a:spLocks noGrp="1"/>
          </p:cNvSpPr>
          <p:nvPr>
            <p:ph type="sldNum" sz="quarter" idx="10"/>
          </p:nvPr>
        </p:nvSpPr>
        <p:spPr/>
        <p:txBody>
          <a:bodyPr/>
          <a:lstStyle/>
          <a:p>
            <a:pPr marL="0" marR="0" lvl="0" indent="0" algn="r" defTabSz="457200" rtl="0" eaLnBrk="1" fontAlgn="auto" latinLnBrk="0" hangingPunct="1">
              <a:lnSpc>
                <a:spcPct val="100000"/>
              </a:lnSpc>
              <a:spcBef>
                <a:spcPts val="0"/>
              </a:spcBef>
              <a:spcAft>
                <a:spcPts val="0"/>
              </a:spcAft>
              <a:buClrTx/>
              <a:buSzTx/>
              <a:buFontTx/>
              <a:buNone/>
              <a:tabLst/>
              <a:defRPr/>
            </a:pPr>
            <a:fld id="{C0684EF2-900A-4DC6-A5C1-77D2D87CD864}" type="slidenum">
              <a:rPr kumimoji="0" lang="en-AU"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457200" rtl="0" eaLnBrk="1" fontAlgn="auto" latinLnBrk="0" hangingPunct="1">
                <a:lnSpc>
                  <a:spcPct val="100000"/>
                </a:lnSpc>
                <a:spcBef>
                  <a:spcPts val="0"/>
                </a:spcBef>
                <a:spcAft>
                  <a:spcPts val="0"/>
                </a:spcAft>
                <a:buClrTx/>
                <a:buSzTx/>
                <a:buFontTx/>
                <a:buNone/>
                <a:tabLst/>
                <a:defRPr/>
              </a:pPr>
              <a:t>4</a:t>
            </a:fld>
            <a:endParaRPr kumimoji="0" lang="en-AU"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2487734390"/>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AU" b="1" u="sng" baseline="0" dirty="0"/>
              <a:t>Use the alphabet as an example</a:t>
            </a:r>
          </a:p>
          <a:p>
            <a:r>
              <a:rPr lang="en-AU" baseline="0" dirty="0"/>
              <a:t>Free Recall – give letters of the alphabet in any order</a:t>
            </a:r>
          </a:p>
          <a:p>
            <a:r>
              <a:rPr lang="en-AU" baseline="0" dirty="0"/>
              <a:t>Serial Recall – ABCDEFG</a:t>
            </a:r>
          </a:p>
          <a:p>
            <a:r>
              <a:rPr lang="en-AU" baseline="0" dirty="0"/>
              <a:t>Cued recall – Second letter of the alphabet</a:t>
            </a:r>
          </a:p>
          <a:p>
            <a:endParaRPr lang="en-AU" baseline="0" dirty="0"/>
          </a:p>
          <a:p>
            <a:r>
              <a:rPr lang="en-AU" baseline="0" dirty="0"/>
              <a:t>Sensitivity refers to how well information will be retrieved. The higher the sensitivity the better the recall</a:t>
            </a:r>
          </a:p>
          <a:p>
            <a:r>
              <a:rPr lang="en-AU" baseline="0" dirty="0"/>
              <a:t>A highly sensitive measure can retrieve information even if only a portion of the original information is in tact</a:t>
            </a:r>
          </a:p>
          <a:p>
            <a:r>
              <a:rPr lang="en-AU" baseline="0" dirty="0"/>
              <a:t>A less sensitive measure will only retrieve the information if the memory is largely in tact</a:t>
            </a:r>
          </a:p>
        </p:txBody>
      </p:sp>
      <p:sp>
        <p:nvSpPr>
          <p:cNvPr id="4" name="Slide Number Placeholder 3"/>
          <p:cNvSpPr>
            <a:spLocks noGrp="1"/>
          </p:cNvSpPr>
          <p:nvPr>
            <p:ph type="sldNum" sz="quarter" idx="10"/>
          </p:nvPr>
        </p:nvSpPr>
        <p:spPr/>
        <p:txBody>
          <a:bodyPr/>
          <a:lstStyle/>
          <a:p>
            <a:pPr marL="0" marR="0" lvl="0" indent="0" algn="r" defTabSz="457200" rtl="0" eaLnBrk="1" fontAlgn="auto" latinLnBrk="0" hangingPunct="1">
              <a:lnSpc>
                <a:spcPct val="100000"/>
              </a:lnSpc>
              <a:spcBef>
                <a:spcPts val="0"/>
              </a:spcBef>
              <a:spcAft>
                <a:spcPts val="0"/>
              </a:spcAft>
              <a:buClrTx/>
              <a:buSzTx/>
              <a:buFontTx/>
              <a:buNone/>
              <a:tabLst/>
              <a:defRPr/>
            </a:pPr>
            <a:fld id="{C0684EF2-900A-4DC6-A5C1-77D2D87CD864}" type="slidenum">
              <a:rPr kumimoji="0" lang="en-AU"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457200" rtl="0" eaLnBrk="1" fontAlgn="auto" latinLnBrk="0" hangingPunct="1">
                <a:lnSpc>
                  <a:spcPct val="100000"/>
                </a:lnSpc>
                <a:spcBef>
                  <a:spcPts val="0"/>
                </a:spcBef>
                <a:spcAft>
                  <a:spcPts val="0"/>
                </a:spcAft>
                <a:buClrTx/>
                <a:buSzTx/>
                <a:buFontTx/>
                <a:buNone/>
                <a:tabLst/>
                <a:defRPr/>
              </a:pPr>
              <a:t>5</a:t>
            </a:fld>
            <a:endParaRPr kumimoji="0" lang="en-AU"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3695682407"/>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AU" baseline="0" dirty="0"/>
          </a:p>
        </p:txBody>
      </p:sp>
      <p:sp>
        <p:nvSpPr>
          <p:cNvPr id="4" name="Slide Number Placeholder 3"/>
          <p:cNvSpPr>
            <a:spLocks noGrp="1"/>
          </p:cNvSpPr>
          <p:nvPr>
            <p:ph type="sldNum" sz="quarter" idx="10"/>
          </p:nvPr>
        </p:nvSpPr>
        <p:spPr/>
        <p:txBody>
          <a:bodyPr/>
          <a:lstStyle/>
          <a:p>
            <a:pPr marL="0" marR="0" lvl="0" indent="0" algn="r" defTabSz="457200" rtl="0" eaLnBrk="1" fontAlgn="auto" latinLnBrk="0" hangingPunct="1">
              <a:lnSpc>
                <a:spcPct val="100000"/>
              </a:lnSpc>
              <a:spcBef>
                <a:spcPts val="0"/>
              </a:spcBef>
              <a:spcAft>
                <a:spcPts val="0"/>
              </a:spcAft>
              <a:buClrTx/>
              <a:buSzTx/>
              <a:buFontTx/>
              <a:buNone/>
              <a:tabLst/>
              <a:defRPr/>
            </a:pPr>
            <a:fld id="{C0684EF2-900A-4DC6-A5C1-77D2D87CD864}" type="slidenum">
              <a:rPr kumimoji="0" lang="en-AU"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457200" rtl="0" eaLnBrk="1" fontAlgn="auto" latinLnBrk="0" hangingPunct="1">
                <a:lnSpc>
                  <a:spcPct val="100000"/>
                </a:lnSpc>
                <a:spcBef>
                  <a:spcPts val="0"/>
                </a:spcBef>
                <a:spcAft>
                  <a:spcPts val="0"/>
                </a:spcAft>
                <a:buClrTx/>
                <a:buSzTx/>
                <a:buFontTx/>
                <a:buNone/>
                <a:tabLst/>
                <a:defRPr/>
              </a:pPr>
              <a:t>6</a:t>
            </a:fld>
            <a:endParaRPr kumimoji="0" lang="en-AU"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453136249"/>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AU" baseline="0" dirty="0"/>
              <a:t>POP QUIZ:</a:t>
            </a:r>
          </a:p>
          <a:p>
            <a:r>
              <a:rPr lang="en-AU" baseline="0" dirty="0"/>
              <a:t>Get students to identify the difference between declarative and procedural memory</a:t>
            </a:r>
          </a:p>
          <a:p>
            <a:r>
              <a:rPr lang="en-AU" baseline="0" dirty="0"/>
              <a:t>Declarative: Personal experiences , events (Episodic), facts (Semantic) - Explicit</a:t>
            </a:r>
          </a:p>
          <a:p>
            <a:r>
              <a:rPr lang="en-AU" baseline="0" dirty="0"/>
              <a:t>Procedural: Learning, actions, skills, do not necessarily require conscious thought – Implicit</a:t>
            </a:r>
          </a:p>
          <a:p>
            <a:endParaRPr lang="en-AU" baseline="0" dirty="0"/>
          </a:p>
          <a:p>
            <a:r>
              <a:rPr lang="en-AU" baseline="0" dirty="0"/>
              <a:t>Trials same as number of attempts</a:t>
            </a:r>
          </a:p>
        </p:txBody>
      </p:sp>
      <p:sp>
        <p:nvSpPr>
          <p:cNvPr id="4" name="Slide Number Placeholder 3"/>
          <p:cNvSpPr>
            <a:spLocks noGrp="1"/>
          </p:cNvSpPr>
          <p:nvPr>
            <p:ph type="sldNum" sz="quarter" idx="10"/>
          </p:nvPr>
        </p:nvSpPr>
        <p:spPr/>
        <p:txBody>
          <a:bodyPr/>
          <a:lstStyle/>
          <a:p>
            <a:pPr marL="0" marR="0" lvl="0" indent="0" algn="r" defTabSz="457200" rtl="0" eaLnBrk="1" fontAlgn="auto" latinLnBrk="0" hangingPunct="1">
              <a:lnSpc>
                <a:spcPct val="100000"/>
              </a:lnSpc>
              <a:spcBef>
                <a:spcPts val="0"/>
              </a:spcBef>
              <a:spcAft>
                <a:spcPts val="0"/>
              </a:spcAft>
              <a:buClrTx/>
              <a:buSzTx/>
              <a:buFontTx/>
              <a:buNone/>
              <a:tabLst/>
              <a:defRPr/>
            </a:pPr>
            <a:fld id="{C0684EF2-900A-4DC6-A5C1-77D2D87CD864}" type="slidenum">
              <a:rPr kumimoji="0" lang="en-AU"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457200" rtl="0" eaLnBrk="1" fontAlgn="auto" latinLnBrk="0" hangingPunct="1">
                <a:lnSpc>
                  <a:spcPct val="100000"/>
                </a:lnSpc>
                <a:spcBef>
                  <a:spcPts val="0"/>
                </a:spcBef>
                <a:spcAft>
                  <a:spcPts val="0"/>
                </a:spcAft>
                <a:buClrTx/>
                <a:buSzTx/>
                <a:buFontTx/>
                <a:buNone/>
                <a:tabLst/>
                <a:defRPr/>
              </a:pPr>
              <a:t>7</a:t>
            </a:fld>
            <a:endParaRPr kumimoji="0" lang="en-AU"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2122816184"/>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AU" sz="1200" dirty="0">
                <a:solidFill>
                  <a:schemeClr val="tx1"/>
                </a:solidFill>
              </a:rPr>
              <a:t>States that</a:t>
            </a:r>
            <a:r>
              <a:rPr lang="en-AU" sz="1200" i="0" dirty="0">
                <a:solidFill>
                  <a:schemeClr val="tx1"/>
                </a:solidFill>
              </a:rPr>
              <a:t> the associations formed at the time of encoding new memories are the most effective retrieval cues and that without those cues it may be difficult to retrieve this information</a:t>
            </a:r>
          </a:p>
          <a:p>
            <a:pPr marL="0" marR="0" lvl="0" indent="0" algn="l" defTabSz="914400" rtl="0" eaLnBrk="1" fontAlgn="auto" latinLnBrk="0" hangingPunct="1">
              <a:lnSpc>
                <a:spcPct val="100000"/>
              </a:lnSpc>
              <a:spcBef>
                <a:spcPts val="0"/>
              </a:spcBef>
              <a:spcAft>
                <a:spcPts val="0"/>
              </a:spcAft>
              <a:buClrTx/>
              <a:buSzTx/>
              <a:buFontTx/>
              <a:buNone/>
              <a:tabLst/>
              <a:defRPr/>
            </a:pPr>
            <a:r>
              <a:rPr lang="en-AU" sz="1200" i="0" dirty="0">
                <a:solidFill>
                  <a:schemeClr val="tx1"/>
                </a:solidFill>
              </a:rPr>
              <a:t>e.g. Spectacles, monocle, vision, glasses,</a:t>
            </a:r>
            <a:r>
              <a:rPr lang="en-AU" sz="1200" i="0" baseline="0" dirty="0">
                <a:solidFill>
                  <a:schemeClr val="tx1"/>
                </a:solidFill>
              </a:rPr>
              <a:t> contact lesson</a:t>
            </a:r>
          </a:p>
          <a:p>
            <a:pPr marL="0" marR="0" lvl="0" indent="0" algn="l" defTabSz="914400" rtl="0" eaLnBrk="1" fontAlgn="auto" latinLnBrk="0" hangingPunct="1">
              <a:lnSpc>
                <a:spcPct val="100000"/>
              </a:lnSpc>
              <a:spcBef>
                <a:spcPts val="0"/>
              </a:spcBef>
              <a:spcAft>
                <a:spcPts val="0"/>
              </a:spcAft>
              <a:buClrTx/>
              <a:buSzTx/>
              <a:buFontTx/>
              <a:buNone/>
              <a:tabLst/>
              <a:defRPr/>
            </a:pPr>
            <a:r>
              <a:rPr lang="en-AU" sz="1200" i="0" baseline="0" dirty="0">
                <a:solidFill>
                  <a:schemeClr val="tx1"/>
                </a:solidFill>
              </a:rPr>
              <a:t>       Mugs, goblets, glasses, tumblers, beakers</a:t>
            </a:r>
          </a:p>
          <a:p>
            <a:pPr marL="0" marR="0" lvl="0" indent="0" algn="l" defTabSz="914400" rtl="0" eaLnBrk="1" fontAlgn="auto" latinLnBrk="0" hangingPunct="1">
              <a:lnSpc>
                <a:spcPct val="100000"/>
              </a:lnSpc>
              <a:spcBef>
                <a:spcPts val="0"/>
              </a:spcBef>
              <a:spcAft>
                <a:spcPts val="0"/>
              </a:spcAft>
              <a:buClrTx/>
              <a:buSzTx/>
              <a:buFontTx/>
              <a:buNone/>
              <a:tabLst/>
              <a:defRPr/>
            </a:pPr>
            <a:r>
              <a:rPr lang="en-AU" sz="1200" i="0" baseline="0" dirty="0">
                <a:solidFill>
                  <a:schemeClr val="tx1"/>
                </a:solidFill>
              </a:rPr>
              <a:t>Think of the context of the word glasses due to the associations with the other information available</a:t>
            </a:r>
            <a:endParaRPr lang="en-AU" sz="1200" i="0" dirty="0">
              <a:solidFill>
                <a:schemeClr val="tx1"/>
              </a:solidFill>
            </a:endParaRPr>
          </a:p>
          <a:p>
            <a:endParaRPr lang="en-AU" baseline="0" dirty="0"/>
          </a:p>
        </p:txBody>
      </p:sp>
      <p:sp>
        <p:nvSpPr>
          <p:cNvPr id="4" name="Slide Number Placeholder 3"/>
          <p:cNvSpPr>
            <a:spLocks noGrp="1"/>
          </p:cNvSpPr>
          <p:nvPr>
            <p:ph type="sldNum" sz="quarter" idx="10"/>
          </p:nvPr>
        </p:nvSpPr>
        <p:spPr/>
        <p:txBody>
          <a:bodyPr/>
          <a:lstStyle/>
          <a:p>
            <a:pPr marL="0" marR="0" lvl="0" indent="0" algn="r" defTabSz="457200" rtl="0" eaLnBrk="1" fontAlgn="auto" latinLnBrk="0" hangingPunct="1">
              <a:lnSpc>
                <a:spcPct val="100000"/>
              </a:lnSpc>
              <a:spcBef>
                <a:spcPts val="0"/>
              </a:spcBef>
              <a:spcAft>
                <a:spcPts val="0"/>
              </a:spcAft>
              <a:buClrTx/>
              <a:buSzTx/>
              <a:buFontTx/>
              <a:buNone/>
              <a:tabLst/>
              <a:defRPr/>
            </a:pPr>
            <a:fld id="{C0684EF2-900A-4DC6-A5C1-77D2D87CD864}" type="slidenum">
              <a:rPr kumimoji="0" lang="en-AU"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457200" rtl="0" eaLnBrk="1" fontAlgn="auto" latinLnBrk="0" hangingPunct="1">
                <a:lnSpc>
                  <a:spcPct val="100000"/>
                </a:lnSpc>
                <a:spcBef>
                  <a:spcPts val="0"/>
                </a:spcBef>
                <a:spcAft>
                  <a:spcPts val="0"/>
                </a:spcAft>
                <a:buClrTx/>
                <a:buSzTx/>
                <a:buFontTx/>
                <a:buNone/>
                <a:tabLst/>
                <a:defRPr/>
              </a:pPr>
              <a:t>14</a:t>
            </a:fld>
            <a:endParaRPr kumimoji="0" lang="en-AU"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3464151426"/>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AU" baseline="0" dirty="0"/>
              <a:t>Use these daily</a:t>
            </a:r>
          </a:p>
          <a:p>
            <a:r>
              <a:rPr lang="en-AU" baseline="0" dirty="0"/>
              <a:t>e.g. can’t remember where your keys are so you ‘retrace your steps’. You go to the laundry (where you put your dirty gym gear) suddenly remember you went to the gym, check your gym bag and there are your keys</a:t>
            </a:r>
          </a:p>
          <a:p>
            <a:r>
              <a:rPr lang="en-AU" baseline="0" dirty="0"/>
              <a:t>e.g. Taking witnesses back to the scene of the crime</a:t>
            </a:r>
          </a:p>
        </p:txBody>
      </p:sp>
      <p:sp>
        <p:nvSpPr>
          <p:cNvPr id="4" name="Slide Number Placeholder 3"/>
          <p:cNvSpPr>
            <a:spLocks noGrp="1"/>
          </p:cNvSpPr>
          <p:nvPr>
            <p:ph type="sldNum" sz="quarter" idx="10"/>
          </p:nvPr>
        </p:nvSpPr>
        <p:spPr/>
        <p:txBody>
          <a:bodyPr/>
          <a:lstStyle/>
          <a:p>
            <a:pPr marL="0" marR="0" lvl="0" indent="0" algn="r" defTabSz="457200" rtl="0" eaLnBrk="1" fontAlgn="auto" latinLnBrk="0" hangingPunct="1">
              <a:lnSpc>
                <a:spcPct val="100000"/>
              </a:lnSpc>
              <a:spcBef>
                <a:spcPts val="0"/>
              </a:spcBef>
              <a:spcAft>
                <a:spcPts val="0"/>
              </a:spcAft>
              <a:buClrTx/>
              <a:buSzTx/>
              <a:buFontTx/>
              <a:buNone/>
              <a:tabLst/>
              <a:defRPr/>
            </a:pPr>
            <a:fld id="{C0684EF2-900A-4DC6-A5C1-77D2D87CD864}" type="slidenum">
              <a:rPr kumimoji="0" lang="en-AU"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457200" rtl="0" eaLnBrk="1" fontAlgn="auto" latinLnBrk="0" hangingPunct="1">
                <a:lnSpc>
                  <a:spcPct val="100000"/>
                </a:lnSpc>
                <a:spcBef>
                  <a:spcPts val="0"/>
                </a:spcBef>
                <a:spcAft>
                  <a:spcPts val="0"/>
                </a:spcAft>
                <a:buClrTx/>
                <a:buSzTx/>
                <a:buFontTx/>
                <a:buNone/>
                <a:tabLst/>
                <a:defRPr/>
              </a:pPr>
              <a:t>15</a:t>
            </a:fld>
            <a:endParaRPr kumimoji="0" lang="en-AU"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1013271467"/>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AU" baseline="0" dirty="0"/>
          </a:p>
        </p:txBody>
      </p:sp>
      <p:sp>
        <p:nvSpPr>
          <p:cNvPr id="4" name="Slide Number Placeholder 3"/>
          <p:cNvSpPr>
            <a:spLocks noGrp="1"/>
          </p:cNvSpPr>
          <p:nvPr>
            <p:ph type="sldNum" sz="quarter" idx="10"/>
          </p:nvPr>
        </p:nvSpPr>
        <p:spPr/>
        <p:txBody>
          <a:bodyPr/>
          <a:lstStyle/>
          <a:p>
            <a:pPr marL="0" marR="0" lvl="0" indent="0" algn="r" defTabSz="457200" rtl="0" eaLnBrk="1" fontAlgn="auto" latinLnBrk="0" hangingPunct="1">
              <a:lnSpc>
                <a:spcPct val="100000"/>
              </a:lnSpc>
              <a:spcBef>
                <a:spcPts val="0"/>
              </a:spcBef>
              <a:spcAft>
                <a:spcPts val="0"/>
              </a:spcAft>
              <a:buClrTx/>
              <a:buSzTx/>
              <a:buFontTx/>
              <a:buNone/>
              <a:tabLst/>
              <a:defRPr/>
            </a:pPr>
            <a:fld id="{C0684EF2-900A-4DC6-A5C1-77D2D87CD864}" type="slidenum">
              <a:rPr kumimoji="0" lang="en-AU"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457200" rtl="0" eaLnBrk="1" fontAlgn="auto" latinLnBrk="0" hangingPunct="1">
                <a:lnSpc>
                  <a:spcPct val="100000"/>
                </a:lnSpc>
                <a:spcBef>
                  <a:spcPts val="0"/>
                </a:spcBef>
                <a:spcAft>
                  <a:spcPts val="0"/>
                </a:spcAft>
                <a:buClrTx/>
                <a:buSzTx/>
                <a:buFontTx/>
                <a:buNone/>
                <a:tabLst/>
                <a:defRPr/>
              </a:pPr>
              <a:t>16</a:t>
            </a:fld>
            <a:endParaRPr kumimoji="0" lang="en-AU"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3062006947"/>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AU" baseline="0" dirty="0"/>
          </a:p>
        </p:txBody>
      </p:sp>
      <p:sp>
        <p:nvSpPr>
          <p:cNvPr id="4" name="Slide Number Placeholder 3"/>
          <p:cNvSpPr>
            <a:spLocks noGrp="1"/>
          </p:cNvSpPr>
          <p:nvPr>
            <p:ph type="sldNum" sz="quarter" idx="10"/>
          </p:nvPr>
        </p:nvSpPr>
        <p:spPr/>
        <p:txBody>
          <a:bodyPr/>
          <a:lstStyle/>
          <a:p>
            <a:pPr marL="0" marR="0" lvl="0" indent="0" algn="r" defTabSz="457200" rtl="0" eaLnBrk="1" fontAlgn="auto" latinLnBrk="0" hangingPunct="1">
              <a:lnSpc>
                <a:spcPct val="100000"/>
              </a:lnSpc>
              <a:spcBef>
                <a:spcPts val="0"/>
              </a:spcBef>
              <a:spcAft>
                <a:spcPts val="0"/>
              </a:spcAft>
              <a:buClrTx/>
              <a:buSzTx/>
              <a:buFontTx/>
              <a:buNone/>
              <a:tabLst/>
              <a:defRPr/>
            </a:pPr>
            <a:fld id="{C0684EF2-900A-4DC6-A5C1-77D2D87CD864}" type="slidenum">
              <a:rPr kumimoji="0" lang="en-AU"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457200" rtl="0" eaLnBrk="1" fontAlgn="auto" latinLnBrk="0" hangingPunct="1">
                <a:lnSpc>
                  <a:spcPct val="100000"/>
                </a:lnSpc>
                <a:spcBef>
                  <a:spcPts val="0"/>
                </a:spcBef>
                <a:spcAft>
                  <a:spcPts val="0"/>
                </a:spcAft>
                <a:buClrTx/>
                <a:buSzTx/>
                <a:buFontTx/>
                <a:buNone/>
                <a:tabLst/>
                <a:defRPr/>
              </a:pPr>
              <a:t>17</a:t>
            </a:fld>
            <a:endParaRPr kumimoji="0" lang="en-AU"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759257078"/>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AU" baseline="0" dirty="0"/>
          </a:p>
        </p:txBody>
      </p:sp>
      <p:sp>
        <p:nvSpPr>
          <p:cNvPr id="4" name="Slide Number Placeholder 3"/>
          <p:cNvSpPr>
            <a:spLocks noGrp="1"/>
          </p:cNvSpPr>
          <p:nvPr>
            <p:ph type="sldNum" sz="quarter" idx="10"/>
          </p:nvPr>
        </p:nvSpPr>
        <p:spPr/>
        <p:txBody>
          <a:bodyPr/>
          <a:lstStyle/>
          <a:p>
            <a:pPr marL="0" marR="0" lvl="0" indent="0" algn="r" defTabSz="457200" rtl="0" eaLnBrk="1" fontAlgn="auto" latinLnBrk="0" hangingPunct="1">
              <a:lnSpc>
                <a:spcPct val="100000"/>
              </a:lnSpc>
              <a:spcBef>
                <a:spcPts val="0"/>
              </a:spcBef>
              <a:spcAft>
                <a:spcPts val="0"/>
              </a:spcAft>
              <a:buClrTx/>
              <a:buSzTx/>
              <a:buFontTx/>
              <a:buNone/>
              <a:tabLst/>
              <a:defRPr/>
            </a:pPr>
            <a:fld id="{C0684EF2-900A-4DC6-A5C1-77D2D87CD864}" type="slidenum">
              <a:rPr kumimoji="0" lang="en-AU"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457200" rtl="0" eaLnBrk="1" fontAlgn="auto" latinLnBrk="0" hangingPunct="1">
                <a:lnSpc>
                  <a:spcPct val="100000"/>
                </a:lnSpc>
                <a:spcBef>
                  <a:spcPts val="0"/>
                </a:spcBef>
                <a:spcAft>
                  <a:spcPts val="0"/>
                </a:spcAft>
                <a:buClrTx/>
                <a:buSzTx/>
                <a:buFontTx/>
                <a:buNone/>
                <a:tabLst/>
                <a:defRPr/>
              </a:pPr>
              <a:t>18</a:t>
            </a:fld>
            <a:endParaRPr kumimoji="0" lang="en-AU"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436473038"/>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AU" baseline="0" dirty="0"/>
          </a:p>
        </p:txBody>
      </p:sp>
      <p:sp>
        <p:nvSpPr>
          <p:cNvPr id="4" name="Slide Number Placeholder 3"/>
          <p:cNvSpPr>
            <a:spLocks noGrp="1"/>
          </p:cNvSpPr>
          <p:nvPr>
            <p:ph type="sldNum" sz="quarter" idx="10"/>
          </p:nvPr>
        </p:nvSpPr>
        <p:spPr/>
        <p:txBody>
          <a:bodyPr/>
          <a:lstStyle/>
          <a:p>
            <a:pPr marL="0" marR="0" lvl="0" indent="0" algn="r" defTabSz="457200" rtl="0" eaLnBrk="1" fontAlgn="auto" latinLnBrk="0" hangingPunct="1">
              <a:lnSpc>
                <a:spcPct val="100000"/>
              </a:lnSpc>
              <a:spcBef>
                <a:spcPts val="0"/>
              </a:spcBef>
              <a:spcAft>
                <a:spcPts val="0"/>
              </a:spcAft>
              <a:buClrTx/>
              <a:buSzTx/>
              <a:buFontTx/>
              <a:buNone/>
              <a:tabLst/>
              <a:defRPr/>
            </a:pPr>
            <a:fld id="{C0684EF2-900A-4DC6-A5C1-77D2D87CD864}" type="slidenum">
              <a:rPr kumimoji="0" lang="en-AU"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457200" rtl="0" eaLnBrk="1" fontAlgn="auto" latinLnBrk="0" hangingPunct="1">
                <a:lnSpc>
                  <a:spcPct val="100000"/>
                </a:lnSpc>
                <a:spcBef>
                  <a:spcPts val="0"/>
                </a:spcBef>
                <a:spcAft>
                  <a:spcPts val="0"/>
                </a:spcAft>
                <a:buClrTx/>
                <a:buSzTx/>
                <a:buFontTx/>
                <a:buNone/>
                <a:tabLst/>
                <a:defRPr/>
              </a:pPr>
              <a:t>19</a:t>
            </a:fld>
            <a:endParaRPr kumimoji="0" lang="en-AU"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1088899576"/>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AU" baseline="0" dirty="0"/>
          </a:p>
        </p:txBody>
      </p:sp>
      <p:sp>
        <p:nvSpPr>
          <p:cNvPr id="4" name="Slide Number Placeholder 3"/>
          <p:cNvSpPr>
            <a:spLocks noGrp="1"/>
          </p:cNvSpPr>
          <p:nvPr>
            <p:ph type="sldNum" sz="quarter" idx="10"/>
          </p:nvPr>
        </p:nvSpPr>
        <p:spPr/>
        <p:txBody>
          <a:bodyPr/>
          <a:lstStyle/>
          <a:p>
            <a:pPr marL="0" marR="0" lvl="0" indent="0" algn="r" defTabSz="457200" rtl="0" eaLnBrk="1" fontAlgn="auto" latinLnBrk="0" hangingPunct="1">
              <a:lnSpc>
                <a:spcPct val="100000"/>
              </a:lnSpc>
              <a:spcBef>
                <a:spcPts val="0"/>
              </a:spcBef>
              <a:spcAft>
                <a:spcPts val="0"/>
              </a:spcAft>
              <a:buClrTx/>
              <a:buSzTx/>
              <a:buFontTx/>
              <a:buNone/>
              <a:tabLst/>
              <a:defRPr/>
            </a:pPr>
            <a:fld id="{C0684EF2-900A-4DC6-A5C1-77D2D87CD864}" type="slidenum">
              <a:rPr kumimoji="0" lang="en-AU"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457200" rtl="0" eaLnBrk="1" fontAlgn="auto" latinLnBrk="0" hangingPunct="1">
                <a:lnSpc>
                  <a:spcPct val="100000"/>
                </a:lnSpc>
                <a:spcBef>
                  <a:spcPts val="0"/>
                </a:spcBef>
                <a:spcAft>
                  <a:spcPts val="0"/>
                </a:spcAft>
                <a:buClrTx/>
                <a:buSzTx/>
                <a:buFontTx/>
                <a:buNone/>
                <a:tabLst/>
                <a:defRPr/>
              </a:pPr>
              <a:t>20</a:t>
            </a:fld>
            <a:endParaRPr kumimoji="0" lang="en-AU"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680326775"/>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AU" baseline="0" dirty="0"/>
              <a:t>e.g. Spanish and Italian vs Spanish and Japanese</a:t>
            </a:r>
          </a:p>
          <a:p>
            <a:r>
              <a:rPr lang="en-AU" baseline="0" dirty="0" err="1"/>
              <a:t>McGeoch</a:t>
            </a:r>
            <a:r>
              <a:rPr lang="en-AU" baseline="0" dirty="0"/>
              <a:t> &amp; McDonald 1931</a:t>
            </a:r>
          </a:p>
          <a:p>
            <a:pPr marL="914400" lvl="1" indent="-457200">
              <a:lnSpc>
                <a:spcPct val="100000"/>
              </a:lnSpc>
              <a:buClr>
                <a:schemeClr val="accent1"/>
              </a:buClr>
              <a:buFont typeface="Courier New" panose="02070309020205020404" pitchFamily="49" charset="0"/>
              <a:buChar char="o"/>
            </a:pPr>
            <a:r>
              <a:rPr lang="en-AU" sz="2800" dirty="0">
                <a:solidFill>
                  <a:schemeClr val="tx1"/>
                </a:solidFill>
              </a:rPr>
              <a:t>In their study they got participants to memorise a list of words</a:t>
            </a:r>
          </a:p>
          <a:p>
            <a:pPr marL="914400" lvl="1" indent="-457200">
              <a:lnSpc>
                <a:spcPct val="100000"/>
              </a:lnSpc>
              <a:buClr>
                <a:schemeClr val="accent1"/>
              </a:buClr>
              <a:buFont typeface="Courier New" panose="02070309020205020404" pitchFamily="49" charset="0"/>
              <a:buChar char="o"/>
            </a:pPr>
            <a:r>
              <a:rPr lang="en-AU" sz="2800" dirty="0">
                <a:solidFill>
                  <a:schemeClr val="tx1"/>
                </a:solidFill>
              </a:rPr>
              <a:t>After a short break participants then were asked to remember an additional list of words</a:t>
            </a:r>
          </a:p>
          <a:p>
            <a:pPr marL="914400" lvl="1" indent="-457200">
              <a:lnSpc>
                <a:spcPct val="100000"/>
              </a:lnSpc>
              <a:buClr>
                <a:schemeClr val="accent1"/>
              </a:buClr>
              <a:buFont typeface="Courier New" panose="02070309020205020404" pitchFamily="49" charset="0"/>
              <a:buChar char="o"/>
            </a:pPr>
            <a:r>
              <a:rPr lang="en-AU" sz="2800" dirty="0">
                <a:solidFill>
                  <a:schemeClr val="tx1"/>
                </a:solidFill>
              </a:rPr>
              <a:t>The list of words provided varied in similarity to the original list</a:t>
            </a:r>
          </a:p>
          <a:p>
            <a:pPr marL="914400" lvl="1" indent="-457200">
              <a:lnSpc>
                <a:spcPct val="100000"/>
              </a:lnSpc>
              <a:buClr>
                <a:schemeClr val="accent1"/>
              </a:buClr>
              <a:buFont typeface="Courier New" panose="02070309020205020404" pitchFamily="49" charset="0"/>
              <a:buChar char="o"/>
            </a:pPr>
            <a:r>
              <a:rPr lang="en-AU" sz="2800" dirty="0">
                <a:solidFill>
                  <a:schemeClr val="tx1"/>
                </a:solidFill>
              </a:rPr>
              <a:t>They found that words with higher similarity </a:t>
            </a:r>
          </a:p>
          <a:p>
            <a:endParaRPr lang="en-AU" baseline="0" dirty="0"/>
          </a:p>
        </p:txBody>
      </p:sp>
      <p:sp>
        <p:nvSpPr>
          <p:cNvPr id="4" name="Slide Number Placeholder 3"/>
          <p:cNvSpPr>
            <a:spLocks noGrp="1"/>
          </p:cNvSpPr>
          <p:nvPr>
            <p:ph type="sldNum" sz="quarter" idx="10"/>
          </p:nvPr>
        </p:nvSpPr>
        <p:spPr/>
        <p:txBody>
          <a:bodyPr/>
          <a:lstStyle/>
          <a:p>
            <a:pPr marL="0" marR="0" lvl="0" indent="0" algn="r" defTabSz="457200" rtl="0" eaLnBrk="1" fontAlgn="auto" latinLnBrk="0" hangingPunct="1">
              <a:lnSpc>
                <a:spcPct val="100000"/>
              </a:lnSpc>
              <a:spcBef>
                <a:spcPts val="0"/>
              </a:spcBef>
              <a:spcAft>
                <a:spcPts val="0"/>
              </a:spcAft>
              <a:buClrTx/>
              <a:buSzTx/>
              <a:buFontTx/>
              <a:buNone/>
              <a:tabLst/>
              <a:defRPr/>
            </a:pPr>
            <a:fld id="{C0684EF2-900A-4DC6-A5C1-77D2D87CD864}" type="slidenum">
              <a:rPr kumimoji="0" lang="en-AU"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457200" rtl="0" eaLnBrk="1" fontAlgn="auto" latinLnBrk="0" hangingPunct="1">
                <a:lnSpc>
                  <a:spcPct val="100000"/>
                </a:lnSpc>
                <a:spcBef>
                  <a:spcPts val="0"/>
                </a:spcBef>
                <a:spcAft>
                  <a:spcPts val="0"/>
                </a:spcAft>
                <a:buClrTx/>
                <a:buSzTx/>
                <a:buFontTx/>
                <a:buNone/>
                <a:tabLst/>
                <a:defRPr/>
              </a:pPr>
              <a:t>21</a:t>
            </a:fld>
            <a:endParaRPr kumimoji="0" lang="en-AU"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4058121632"/>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AU" baseline="0" dirty="0"/>
          </a:p>
        </p:txBody>
      </p:sp>
      <p:sp>
        <p:nvSpPr>
          <p:cNvPr id="4" name="Slide Number Placeholder 3"/>
          <p:cNvSpPr>
            <a:spLocks noGrp="1"/>
          </p:cNvSpPr>
          <p:nvPr>
            <p:ph type="sldNum" sz="quarter" idx="10"/>
          </p:nvPr>
        </p:nvSpPr>
        <p:spPr/>
        <p:txBody>
          <a:bodyPr/>
          <a:lstStyle/>
          <a:p>
            <a:pPr marL="0" marR="0" lvl="0" indent="0" algn="r" defTabSz="457200" rtl="0" eaLnBrk="1" fontAlgn="auto" latinLnBrk="0" hangingPunct="1">
              <a:lnSpc>
                <a:spcPct val="100000"/>
              </a:lnSpc>
              <a:spcBef>
                <a:spcPts val="0"/>
              </a:spcBef>
              <a:spcAft>
                <a:spcPts val="0"/>
              </a:spcAft>
              <a:buClrTx/>
              <a:buSzTx/>
              <a:buFontTx/>
              <a:buNone/>
              <a:tabLst/>
              <a:defRPr/>
            </a:pPr>
            <a:fld id="{C0684EF2-900A-4DC6-A5C1-77D2D87CD864}" type="slidenum">
              <a:rPr kumimoji="0" lang="en-AU"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457200" rtl="0" eaLnBrk="1" fontAlgn="auto" latinLnBrk="0" hangingPunct="1">
                <a:lnSpc>
                  <a:spcPct val="100000"/>
                </a:lnSpc>
                <a:spcBef>
                  <a:spcPts val="0"/>
                </a:spcBef>
                <a:spcAft>
                  <a:spcPts val="0"/>
                </a:spcAft>
                <a:buClrTx/>
                <a:buSzTx/>
                <a:buFontTx/>
                <a:buNone/>
                <a:tabLst/>
                <a:defRPr/>
              </a:pPr>
              <a:t>22</a:t>
            </a:fld>
            <a:endParaRPr kumimoji="0" lang="en-AU"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403299161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C5E9A8E-718E-80AC-F167-EBBDF1BC25D9}"/>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7201CCD5-18CF-7736-E5F7-08E09B4DB11A}"/>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81BA4D95-BDCB-5F34-5F98-90A96A5C3BAF}"/>
              </a:ext>
            </a:extLst>
          </p:cNvPr>
          <p:cNvSpPr>
            <a:spLocks noGrp="1"/>
          </p:cNvSpPr>
          <p:nvPr>
            <p:ph type="body" idx="1"/>
          </p:nvPr>
        </p:nvSpPr>
        <p:spPr/>
        <p:txBody>
          <a:bodyPr/>
          <a:lstStyle/>
          <a:p>
            <a:endParaRPr lang="en-AU" baseline="0" dirty="0"/>
          </a:p>
        </p:txBody>
      </p:sp>
      <p:sp>
        <p:nvSpPr>
          <p:cNvPr id="4" name="Slide Number Placeholder 3">
            <a:extLst>
              <a:ext uri="{FF2B5EF4-FFF2-40B4-BE49-F238E27FC236}">
                <a16:creationId xmlns:a16="http://schemas.microsoft.com/office/drawing/2014/main" id="{DE44AA18-4532-4A9C-E755-0782AEBAD2F3}"/>
              </a:ext>
            </a:extLst>
          </p:cNvPr>
          <p:cNvSpPr>
            <a:spLocks noGrp="1"/>
          </p:cNvSpPr>
          <p:nvPr>
            <p:ph type="sldNum" sz="quarter" idx="10"/>
          </p:nvPr>
        </p:nvSpPr>
        <p:spPr/>
        <p:txBody>
          <a:bodyPr/>
          <a:lstStyle/>
          <a:p>
            <a:pPr marL="0" marR="0" lvl="0" indent="0" algn="r" defTabSz="457200" rtl="0" eaLnBrk="1" fontAlgn="auto" latinLnBrk="0" hangingPunct="1">
              <a:lnSpc>
                <a:spcPct val="100000"/>
              </a:lnSpc>
              <a:spcBef>
                <a:spcPts val="0"/>
              </a:spcBef>
              <a:spcAft>
                <a:spcPts val="0"/>
              </a:spcAft>
              <a:buClrTx/>
              <a:buSzTx/>
              <a:buFontTx/>
              <a:buNone/>
              <a:tabLst/>
              <a:defRPr/>
            </a:pPr>
            <a:fld id="{C0684EF2-900A-4DC6-A5C1-77D2D87CD864}" type="slidenum">
              <a:rPr kumimoji="0" lang="en-AU"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457200" rtl="0" eaLnBrk="1" fontAlgn="auto" latinLnBrk="0" hangingPunct="1">
                <a:lnSpc>
                  <a:spcPct val="100000"/>
                </a:lnSpc>
                <a:spcBef>
                  <a:spcPts val="0"/>
                </a:spcBef>
                <a:spcAft>
                  <a:spcPts val="0"/>
                </a:spcAft>
                <a:buClrTx/>
                <a:buSzTx/>
                <a:buFontTx/>
                <a:buNone/>
                <a:tabLst/>
                <a:defRPr/>
              </a:pPr>
              <a:t>25</a:t>
            </a:fld>
            <a:endParaRPr kumimoji="0" lang="en-AU"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1750359147"/>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97AB576-0C17-6121-9A99-66DB8B63AB7C}"/>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4E2D2433-DE65-A0C2-9784-AEE329741FA4}"/>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6AB2B667-882F-423F-86E1-4DE5ADE83D60}"/>
              </a:ext>
            </a:extLst>
          </p:cNvPr>
          <p:cNvSpPr>
            <a:spLocks noGrp="1"/>
          </p:cNvSpPr>
          <p:nvPr>
            <p:ph type="body" idx="1"/>
          </p:nvPr>
        </p:nvSpPr>
        <p:spPr/>
        <p:txBody>
          <a:bodyPr/>
          <a:lstStyle/>
          <a:p>
            <a:endParaRPr lang="en-AU" baseline="0" dirty="0"/>
          </a:p>
        </p:txBody>
      </p:sp>
      <p:sp>
        <p:nvSpPr>
          <p:cNvPr id="4" name="Slide Number Placeholder 3">
            <a:extLst>
              <a:ext uri="{FF2B5EF4-FFF2-40B4-BE49-F238E27FC236}">
                <a16:creationId xmlns:a16="http://schemas.microsoft.com/office/drawing/2014/main" id="{A7FCEFF3-2115-3B87-FE03-7BFED2B6491F}"/>
              </a:ext>
            </a:extLst>
          </p:cNvPr>
          <p:cNvSpPr>
            <a:spLocks noGrp="1"/>
          </p:cNvSpPr>
          <p:nvPr>
            <p:ph type="sldNum" sz="quarter" idx="10"/>
          </p:nvPr>
        </p:nvSpPr>
        <p:spPr/>
        <p:txBody>
          <a:bodyPr/>
          <a:lstStyle/>
          <a:p>
            <a:pPr marL="0" marR="0" lvl="0" indent="0" algn="r" defTabSz="457200" rtl="0" eaLnBrk="1" fontAlgn="auto" latinLnBrk="0" hangingPunct="1">
              <a:lnSpc>
                <a:spcPct val="100000"/>
              </a:lnSpc>
              <a:spcBef>
                <a:spcPts val="0"/>
              </a:spcBef>
              <a:spcAft>
                <a:spcPts val="0"/>
              </a:spcAft>
              <a:buClrTx/>
              <a:buSzTx/>
              <a:buFontTx/>
              <a:buNone/>
              <a:tabLst/>
              <a:defRPr/>
            </a:pPr>
            <a:fld id="{C0684EF2-900A-4DC6-A5C1-77D2D87CD864}" type="slidenum">
              <a:rPr kumimoji="0" lang="en-AU"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457200" rtl="0" eaLnBrk="1" fontAlgn="auto" latinLnBrk="0" hangingPunct="1">
                <a:lnSpc>
                  <a:spcPct val="100000"/>
                </a:lnSpc>
                <a:spcBef>
                  <a:spcPts val="0"/>
                </a:spcBef>
                <a:spcAft>
                  <a:spcPts val="0"/>
                </a:spcAft>
                <a:buClrTx/>
                <a:buSzTx/>
                <a:buFontTx/>
                <a:buNone/>
                <a:tabLst/>
                <a:defRPr/>
              </a:pPr>
              <a:t>27</a:t>
            </a:fld>
            <a:endParaRPr kumimoji="0" lang="en-AU"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2844380642"/>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AU" baseline="0" dirty="0"/>
          </a:p>
        </p:txBody>
      </p:sp>
      <p:sp>
        <p:nvSpPr>
          <p:cNvPr id="4" name="Slide Number Placeholder 3"/>
          <p:cNvSpPr>
            <a:spLocks noGrp="1"/>
          </p:cNvSpPr>
          <p:nvPr>
            <p:ph type="sldNum" sz="quarter" idx="10"/>
          </p:nvPr>
        </p:nvSpPr>
        <p:spPr/>
        <p:txBody>
          <a:bodyPr/>
          <a:lstStyle/>
          <a:p>
            <a:pPr marL="0" marR="0" lvl="0" indent="0" algn="r" defTabSz="457200" rtl="0" eaLnBrk="1" fontAlgn="auto" latinLnBrk="0" hangingPunct="1">
              <a:lnSpc>
                <a:spcPct val="100000"/>
              </a:lnSpc>
              <a:spcBef>
                <a:spcPts val="0"/>
              </a:spcBef>
              <a:spcAft>
                <a:spcPts val="0"/>
              </a:spcAft>
              <a:buClrTx/>
              <a:buSzTx/>
              <a:buFontTx/>
              <a:buNone/>
              <a:tabLst/>
              <a:defRPr/>
            </a:pPr>
            <a:fld id="{C0684EF2-900A-4DC6-A5C1-77D2D87CD864}" type="slidenum">
              <a:rPr kumimoji="0" lang="en-AU"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457200" rtl="0" eaLnBrk="1" fontAlgn="auto" latinLnBrk="0" hangingPunct="1">
                <a:lnSpc>
                  <a:spcPct val="100000"/>
                </a:lnSpc>
                <a:spcBef>
                  <a:spcPts val="0"/>
                </a:spcBef>
                <a:spcAft>
                  <a:spcPts val="0"/>
                </a:spcAft>
                <a:buClrTx/>
                <a:buSzTx/>
                <a:buFontTx/>
                <a:buNone/>
                <a:tabLst/>
                <a:defRPr/>
              </a:pPr>
              <a:t>29</a:t>
            </a:fld>
            <a:endParaRPr kumimoji="0" lang="en-AU"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203514787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AU" baseline="0" dirty="0"/>
          </a:p>
        </p:txBody>
      </p:sp>
      <p:sp>
        <p:nvSpPr>
          <p:cNvPr id="4" name="Slide Number Placeholder 3"/>
          <p:cNvSpPr>
            <a:spLocks noGrp="1"/>
          </p:cNvSpPr>
          <p:nvPr>
            <p:ph type="sldNum" sz="quarter" idx="10"/>
          </p:nvPr>
        </p:nvSpPr>
        <p:spPr/>
        <p:txBody>
          <a:bodyPr/>
          <a:lstStyle/>
          <a:p>
            <a:pPr marL="0" marR="0" lvl="0" indent="0" algn="r" defTabSz="457200" rtl="0" eaLnBrk="1" fontAlgn="auto" latinLnBrk="0" hangingPunct="1">
              <a:lnSpc>
                <a:spcPct val="100000"/>
              </a:lnSpc>
              <a:spcBef>
                <a:spcPts val="0"/>
              </a:spcBef>
              <a:spcAft>
                <a:spcPts val="0"/>
              </a:spcAft>
              <a:buClrTx/>
              <a:buSzTx/>
              <a:buFontTx/>
              <a:buNone/>
              <a:tabLst/>
              <a:defRPr/>
            </a:pPr>
            <a:fld id="{C0684EF2-900A-4DC6-A5C1-77D2D87CD864}" type="slidenum">
              <a:rPr kumimoji="0" lang="en-AU"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457200" rtl="0" eaLnBrk="1" fontAlgn="auto" latinLnBrk="0" hangingPunct="1">
                <a:lnSpc>
                  <a:spcPct val="100000"/>
                </a:lnSpc>
                <a:spcBef>
                  <a:spcPts val="0"/>
                </a:spcBef>
                <a:spcAft>
                  <a:spcPts val="0"/>
                </a:spcAft>
                <a:buClrTx/>
                <a:buSzTx/>
                <a:buFontTx/>
                <a:buNone/>
                <a:tabLst/>
                <a:defRPr/>
              </a:pPr>
              <a:t>31</a:t>
            </a:fld>
            <a:endParaRPr kumimoji="0" lang="en-AU"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3393158418"/>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AU" baseline="0" dirty="0"/>
          </a:p>
        </p:txBody>
      </p:sp>
      <p:sp>
        <p:nvSpPr>
          <p:cNvPr id="4" name="Slide Number Placeholder 3"/>
          <p:cNvSpPr>
            <a:spLocks noGrp="1"/>
          </p:cNvSpPr>
          <p:nvPr>
            <p:ph type="sldNum" sz="quarter" idx="10"/>
          </p:nvPr>
        </p:nvSpPr>
        <p:spPr/>
        <p:txBody>
          <a:bodyPr/>
          <a:lstStyle/>
          <a:p>
            <a:pPr marL="0" marR="0" lvl="0" indent="0" algn="r" defTabSz="457200" rtl="0" eaLnBrk="1" fontAlgn="auto" latinLnBrk="0" hangingPunct="1">
              <a:lnSpc>
                <a:spcPct val="100000"/>
              </a:lnSpc>
              <a:spcBef>
                <a:spcPts val="0"/>
              </a:spcBef>
              <a:spcAft>
                <a:spcPts val="0"/>
              </a:spcAft>
              <a:buClrTx/>
              <a:buSzTx/>
              <a:buFontTx/>
              <a:buNone/>
              <a:tabLst/>
              <a:defRPr/>
            </a:pPr>
            <a:fld id="{C0684EF2-900A-4DC6-A5C1-77D2D87CD864}" type="slidenum">
              <a:rPr kumimoji="0" lang="en-AU"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457200" rtl="0" eaLnBrk="1" fontAlgn="auto" latinLnBrk="0" hangingPunct="1">
                <a:lnSpc>
                  <a:spcPct val="100000"/>
                </a:lnSpc>
                <a:spcBef>
                  <a:spcPts val="0"/>
                </a:spcBef>
                <a:spcAft>
                  <a:spcPts val="0"/>
                </a:spcAft>
                <a:buClrTx/>
                <a:buSzTx/>
                <a:buFontTx/>
                <a:buNone/>
                <a:tabLst/>
                <a:defRPr/>
              </a:pPr>
              <a:t>33</a:t>
            </a:fld>
            <a:endParaRPr kumimoji="0" lang="en-AU"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3317112647"/>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AU" dirty="0">
                <a:hlinkClick r:id="rId3"/>
              </a:rPr>
              <a:t>https://www.youtube.com/watch?v=p9IOqd1LpkA</a:t>
            </a:r>
            <a:endParaRPr lang="en-AU" dirty="0"/>
          </a:p>
          <a:p>
            <a:r>
              <a:rPr lang="en-AU" dirty="0"/>
              <a:t>3, 14, 1, 5, 9, 2, 6</a:t>
            </a:r>
          </a:p>
        </p:txBody>
      </p:sp>
      <p:sp>
        <p:nvSpPr>
          <p:cNvPr id="4" name="Slide Number Placeholder 3"/>
          <p:cNvSpPr>
            <a:spLocks noGrp="1"/>
          </p:cNvSpPr>
          <p:nvPr>
            <p:ph type="sldNum" sz="quarter" idx="10"/>
          </p:nvPr>
        </p:nvSpPr>
        <p:spPr/>
        <p:txBody>
          <a:bodyPr/>
          <a:lstStyle/>
          <a:p>
            <a:fld id="{C539361B-47BF-4625-A2C2-E9F81B46D426}" type="slidenum">
              <a:rPr lang="en-AU" smtClean="0"/>
              <a:t>34</a:t>
            </a:fld>
            <a:endParaRPr lang="en-AU"/>
          </a:p>
        </p:txBody>
      </p:sp>
    </p:spTree>
    <p:extLst>
      <p:ext uri="{BB962C8B-B14F-4D97-AF65-F5344CB8AC3E}">
        <p14:creationId xmlns:p14="http://schemas.microsoft.com/office/powerpoint/2010/main" val="4043113674"/>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3.xml"/></Relationships>
</file>

<file path=ppt/slideLayouts/_rels/slideLayout24.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jpg"/><Relationship Id="rId1" Type="http://schemas.openxmlformats.org/officeDocument/2006/relationships/slideMaster" Target="../slideMasters/slideMaster3.xml"/></Relationships>
</file>

<file path=ppt/slideLayouts/_rels/slideLayout25.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3.xml"/></Relationships>
</file>

<file path=ppt/slideLayouts/_rels/slideLayout26.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3.xml"/></Relationships>
</file>

<file path=ppt/slideLayouts/_rels/slideLayout27.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3.xml"/></Relationships>
</file>

<file path=ppt/slideLayouts/_rels/slideLayout28.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3.xml"/></Relationships>
</file>

<file path=ppt/slideLayouts/_rels/slideLayout29.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Master" Target="../slideMasters/slideMaster3.xml"/></Relationships>
</file>

<file path=ppt/slideLayouts/_rels/slideLayout30.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6.png"/><Relationship Id="rId1" Type="http://schemas.openxmlformats.org/officeDocument/2006/relationships/slideMaster" Target="../slideMasters/slideMaster3.xml"/><Relationship Id="rId5" Type="http://schemas.openxmlformats.org/officeDocument/2006/relationships/image" Target="../media/image1.png"/><Relationship Id="rId4" Type="http://schemas.openxmlformats.org/officeDocument/2006/relationships/image" Target="../media/image8.png"/></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bg>
      <p:bgPr>
        <a:solidFill>
          <a:schemeClr val="accent1"/>
        </a:solidFill>
        <a:effectLst/>
      </p:bgPr>
    </p:bg>
    <p:spTree>
      <p:nvGrpSpPr>
        <p:cNvPr id="1" name=""/>
        <p:cNvGrpSpPr/>
        <p:nvPr/>
      </p:nvGrpSpPr>
      <p:grpSpPr>
        <a:xfrm>
          <a:off x="0" y="0"/>
          <a:ext cx="0" cy="0"/>
          <a:chOff x="0" y="0"/>
          <a:chExt cx="0" cy="0"/>
        </a:xfrm>
      </p:grpSpPr>
      <p:sp>
        <p:nvSpPr>
          <p:cNvPr id="12" name="Freeform 6" title="Page Number Shape"/>
          <p:cNvSpPr/>
          <p:nvPr/>
        </p:nvSpPr>
        <p:spPr bwMode="auto">
          <a:xfrm>
            <a:off x="11784011" y="1189204"/>
            <a:ext cx="407988" cy="819150"/>
          </a:xfrm>
          <a:custGeom>
            <a:avLst/>
            <a:gdLst/>
            <a:ahLst/>
            <a:cxnLst/>
            <a:rect l="0" t="0" r="r" b="b"/>
            <a:pathLst>
              <a:path w="1799" h="3612">
                <a:moveTo>
                  <a:pt x="1799" y="0"/>
                </a:moveTo>
                <a:lnTo>
                  <a:pt x="1799" y="3612"/>
                </a:lnTo>
                <a:lnTo>
                  <a:pt x="1686" y="3609"/>
                </a:lnTo>
                <a:lnTo>
                  <a:pt x="1574" y="3598"/>
                </a:lnTo>
                <a:lnTo>
                  <a:pt x="1464" y="3581"/>
                </a:lnTo>
                <a:lnTo>
                  <a:pt x="1357" y="3557"/>
                </a:lnTo>
                <a:lnTo>
                  <a:pt x="1251" y="3527"/>
                </a:lnTo>
                <a:lnTo>
                  <a:pt x="1150" y="3490"/>
                </a:lnTo>
                <a:lnTo>
                  <a:pt x="1050" y="3448"/>
                </a:lnTo>
                <a:lnTo>
                  <a:pt x="953" y="3401"/>
                </a:lnTo>
                <a:lnTo>
                  <a:pt x="860" y="3347"/>
                </a:lnTo>
                <a:lnTo>
                  <a:pt x="771" y="3289"/>
                </a:lnTo>
                <a:lnTo>
                  <a:pt x="686" y="3224"/>
                </a:lnTo>
                <a:lnTo>
                  <a:pt x="604" y="3156"/>
                </a:lnTo>
                <a:lnTo>
                  <a:pt x="527" y="3083"/>
                </a:lnTo>
                <a:lnTo>
                  <a:pt x="454" y="3005"/>
                </a:lnTo>
                <a:lnTo>
                  <a:pt x="386" y="2923"/>
                </a:lnTo>
                <a:lnTo>
                  <a:pt x="323" y="2838"/>
                </a:lnTo>
                <a:lnTo>
                  <a:pt x="265" y="2748"/>
                </a:lnTo>
                <a:lnTo>
                  <a:pt x="211" y="2655"/>
                </a:lnTo>
                <a:lnTo>
                  <a:pt x="163" y="2559"/>
                </a:lnTo>
                <a:lnTo>
                  <a:pt x="121" y="2459"/>
                </a:lnTo>
                <a:lnTo>
                  <a:pt x="85" y="2356"/>
                </a:lnTo>
                <a:lnTo>
                  <a:pt x="55" y="2251"/>
                </a:lnTo>
                <a:lnTo>
                  <a:pt x="32" y="2143"/>
                </a:lnTo>
                <a:lnTo>
                  <a:pt x="14" y="2033"/>
                </a:lnTo>
                <a:lnTo>
                  <a:pt x="4" y="1920"/>
                </a:lnTo>
                <a:lnTo>
                  <a:pt x="0" y="1806"/>
                </a:lnTo>
                <a:lnTo>
                  <a:pt x="4" y="1692"/>
                </a:lnTo>
                <a:lnTo>
                  <a:pt x="14" y="1580"/>
                </a:lnTo>
                <a:lnTo>
                  <a:pt x="32" y="1469"/>
                </a:lnTo>
                <a:lnTo>
                  <a:pt x="55" y="1362"/>
                </a:lnTo>
                <a:lnTo>
                  <a:pt x="85" y="1256"/>
                </a:lnTo>
                <a:lnTo>
                  <a:pt x="121" y="1154"/>
                </a:lnTo>
                <a:lnTo>
                  <a:pt x="163" y="1054"/>
                </a:lnTo>
                <a:lnTo>
                  <a:pt x="211" y="958"/>
                </a:lnTo>
                <a:lnTo>
                  <a:pt x="265" y="864"/>
                </a:lnTo>
                <a:lnTo>
                  <a:pt x="323" y="774"/>
                </a:lnTo>
                <a:lnTo>
                  <a:pt x="386" y="689"/>
                </a:lnTo>
                <a:lnTo>
                  <a:pt x="454" y="607"/>
                </a:lnTo>
                <a:lnTo>
                  <a:pt x="527" y="529"/>
                </a:lnTo>
                <a:lnTo>
                  <a:pt x="604" y="456"/>
                </a:lnTo>
                <a:lnTo>
                  <a:pt x="686" y="388"/>
                </a:lnTo>
                <a:lnTo>
                  <a:pt x="771" y="325"/>
                </a:lnTo>
                <a:lnTo>
                  <a:pt x="860" y="266"/>
                </a:lnTo>
                <a:lnTo>
                  <a:pt x="953" y="212"/>
                </a:lnTo>
                <a:lnTo>
                  <a:pt x="1050" y="164"/>
                </a:lnTo>
                <a:lnTo>
                  <a:pt x="1150" y="122"/>
                </a:lnTo>
                <a:lnTo>
                  <a:pt x="1251" y="85"/>
                </a:lnTo>
                <a:lnTo>
                  <a:pt x="1357" y="55"/>
                </a:lnTo>
                <a:lnTo>
                  <a:pt x="1464" y="32"/>
                </a:lnTo>
                <a:lnTo>
                  <a:pt x="1574" y="14"/>
                </a:lnTo>
                <a:lnTo>
                  <a:pt x="1686" y="5"/>
                </a:lnTo>
                <a:lnTo>
                  <a:pt x="1799" y="0"/>
                </a:lnTo>
                <a:close/>
              </a:path>
            </a:pathLst>
          </a:custGeom>
          <a:solidFill>
            <a:schemeClr val="tx2"/>
          </a:solidFill>
          <a:ln w="0">
            <a:noFill/>
            <a:prstDash val="solid"/>
            <a:round/>
            <a:headEnd/>
            <a:tailEnd/>
          </a:ln>
        </p:spPr>
        <p:txBody>
          <a:bodyPr/>
          <a:lstStyle/>
          <a:p>
            <a:endParaRPr lang="en-AU"/>
          </a:p>
        </p:txBody>
      </p:sp>
      <p:sp>
        <p:nvSpPr>
          <p:cNvPr id="2" name="Title 1"/>
          <p:cNvSpPr>
            <a:spLocks noGrp="1"/>
          </p:cNvSpPr>
          <p:nvPr>
            <p:ph type="ctrTitle"/>
          </p:nvPr>
        </p:nvSpPr>
        <p:spPr>
          <a:xfrm>
            <a:off x="1088913" y="1143293"/>
            <a:ext cx="7034362" cy="4268965"/>
          </a:xfrm>
        </p:spPr>
        <p:txBody>
          <a:bodyPr anchor="t">
            <a:normAutofit/>
          </a:bodyPr>
          <a:lstStyle>
            <a:lvl1pPr algn="l">
              <a:lnSpc>
                <a:spcPct val="85000"/>
              </a:lnSpc>
              <a:defRPr sz="7700" cap="all" baseline="0">
                <a:solidFill>
                  <a:schemeClr val="tx2"/>
                </a:solidFill>
              </a:defRPr>
            </a:lvl1pPr>
          </a:lstStyle>
          <a:p>
            <a:r>
              <a:rPr lang="en-US"/>
              <a:t>Click to edit Master title style</a:t>
            </a:r>
            <a:endParaRPr lang="en-US" dirty="0"/>
          </a:p>
        </p:txBody>
      </p:sp>
      <p:sp>
        <p:nvSpPr>
          <p:cNvPr id="3" name="Subtitle 2"/>
          <p:cNvSpPr>
            <a:spLocks noGrp="1"/>
          </p:cNvSpPr>
          <p:nvPr>
            <p:ph type="subTitle" idx="1"/>
          </p:nvPr>
        </p:nvSpPr>
        <p:spPr>
          <a:xfrm>
            <a:off x="1088914" y="5537925"/>
            <a:ext cx="7034362" cy="706355"/>
          </a:xfrm>
        </p:spPr>
        <p:txBody>
          <a:bodyPr>
            <a:normAutofit/>
          </a:bodyPr>
          <a:lstStyle>
            <a:lvl1pPr marL="0" indent="0" algn="l">
              <a:lnSpc>
                <a:spcPct val="114000"/>
              </a:lnSpc>
              <a:spcBef>
                <a:spcPts val="0"/>
              </a:spcBef>
              <a:buNone/>
              <a:defRPr sz="2000" b="0" i="1" baseline="0">
                <a:solidFill>
                  <a:schemeClr val="tx2"/>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sp>
        <p:nvSpPr>
          <p:cNvPr id="4" name="Date Placeholder 3"/>
          <p:cNvSpPr>
            <a:spLocks noGrp="1"/>
          </p:cNvSpPr>
          <p:nvPr>
            <p:ph type="dt" sz="half" idx="10"/>
          </p:nvPr>
        </p:nvSpPr>
        <p:spPr>
          <a:xfrm>
            <a:off x="1088913" y="6314440"/>
            <a:ext cx="1596622" cy="365125"/>
          </a:xfrm>
        </p:spPr>
        <p:txBody>
          <a:bodyPr/>
          <a:lstStyle>
            <a:lvl1pPr algn="l">
              <a:defRPr sz="1200">
                <a:solidFill>
                  <a:schemeClr val="tx2"/>
                </a:solidFill>
              </a:defRPr>
            </a:lvl1pPr>
          </a:lstStyle>
          <a:p>
            <a:fld id="{897705DE-9461-4346-9D5D-B989155D24CE}" type="datetimeFigureOut">
              <a:rPr lang="en-AU" smtClean="0"/>
              <a:t>12/11/2025</a:t>
            </a:fld>
            <a:endParaRPr lang="en-AU"/>
          </a:p>
        </p:txBody>
      </p:sp>
      <p:sp>
        <p:nvSpPr>
          <p:cNvPr id="5" name="Footer Placeholder 4"/>
          <p:cNvSpPr>
            <a:spLocks noGrp="1"/>
          </p:cNvSpPr>
          <p:nvPr>
            <p:ph type="ftr" sz="quarter" idx="11"/>
          </p:nvPr>
        </p:nvSpPr>
        <p:spPr>
          <a:xfrm>
            <a:off x="3000591" y="6314440"/>
            <a:ext cx="5122683" cy="365125"/>
          </a:xfrm>
        </p:spPr>
        <p:txBody>
          <a:bodyPr/>
          <a:lstStyle>
            <a:lvl1pPr algn="l">
              <a:defRPr b="0">
                <a:solidFill>
                  <a:schemeClr val="tx2"/>
                </a:solidFill>
              </a:defRPr>
            </a:lvl1pPr>
          </a:lstStyle>
          <a:p>
            <a:endParaRPr lang="en-AU"/>
          </a:p>
        </p:txBody>
      </p:sp>
      <p:sp>
        <p:nvSpPr>
          <p:cNvPr id="6" name="Slide Number Placeholder 5"/>
          <p:cNvSpPr>
            <a:spLocks noGrp="1"/>
          </p:cNvSpPr>
          <p:nvPr>
            <p:ph type="sldNum" sz="quarter" idx="12"/>
          </p:nvPr>
        </p:nvSpPr>
        <p:spPr>
          <a:xfrm>
            <a:off x="11784011" y="1416216"/>
            <a:ext cx="407988" cy="365125"/>
          </a:xfrm>
        </p:spPr>
        <p:txBody>
          <a:bodyPr/>
          <a:lstStyle>
            <a:lvl1pPr algn="r">
              <a:defRPr>
                <a:solidFill>
                  <a:schemeClr val="accent1"/>
                </a:solidFill>
              </a:defRPr>
            </a:lvl1pPr>
          </a:lstStyle>
          <a:p>
            <a:fld id="{A6177A87-3B7D-44CC-8271-C4C65D11800F}" type="slidenum">
              <a:rPr lang="en-AU" smtClean="0"/>
              <a:t>‹#›</a:t>
            </a:fld>
            <a:endParaRPr lang="en-AU"/>
          </a:p>
        </p:txBody>
      </p:sp>
      <p:cxnSp>
        <p:nvCxnSpPr>
          <p:cNvPr id="9" name="Straight Connector 8" title="Verticle Rule Line"/>
          <p:cNvCxnSpPr/>
          <p:nvPr/>
        </p:nvCxnSpPr>
        <p:spPr>
          <a:xfrm>
            <a:off x="773855" y="1257300"/>
            <a:ext cx="0" cy="5600700"/>
          </a:xfrm>
          <a:prstGeom prst="line">
            <a:avLst/>
          </a:prstGeom>
          <a:ln w="25400">
            <a:solidFill>
              <a:schemeClr val="tx2"/>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126990347"/>
      </p:ext>
    </p:extLst>
  </p:cSld>
  <p:clrMapOvr>
    <a:overrideClrMapping bg1="dk1" tx1="lt1" bg2="dk2" tx2="lt2" accent1="accent1" accent2="accent2" accent3="accent3" accent4="accent4" accent5="accent5" accent6="accent6" hlink="hlink" folHlink="folHlink"/>
  </p:clrMapOvr>
  <p:extLst>
    <p:ext uri="{DCECCB84-F9BA-43D5-87BE-67443E8EF086}">
      <p15:sldGuideLst xmlns:p15="http://schemas.microsoft.com/office/powerpoint/2012/main">
        <p15:guide id="1" orient="horz" pos="792">
          <p15:clr>
            <a:srgbClr val="FBAE40"/>
          </p15:clr>
        </p15:guide>
      </p15:sldGuideLst>
    </p:ext>
  </p:extLst>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897705DE-9461-4346-9D5D-B989155D24CE}" type="datetimeFigureOut">
              <a:rPr lang="en-AU" smtClean="0"/>
              <a:t>12/11/2025</a:t>
            </a:fld>
            <a:endParaRPr lang="en-AU"/>
          </a:p>
        </p:txBody>
      </p:sp>
      <p:sp>
        <p:nvSpPr>
          <p:cNvPr id="5" name="Footer Placeholder 4"/>
          <p:cNvSpPr>
            <a:spLocks noGrp="1"/>
          </p:cNvSpPr>
          <p:nvPr>
            <p:ph type="ftr" sz="quarter" idx="11"/>
          </p:nvPr>
        </p:nvSpPr>
        <p:spPr/>
        <p:txBody>
          <a:bodyPr/>
          <a:lstStyle/>
          <a:p>
            <a:endParaRPr lang="en-AU"/>
          </a:p>
        </p:txBody>
      </p:sp>
      <p:sp>
        <p:nvSpPr>
          <p:cNvPr id="6" name="Slide Number Placeholder 5"/>
          <p:cNvSpPr>
            <a:spLocks noGrp="1"/>
          </p:cNvSpPr>
          <p:nvPr>
            <p:ph type="sldNum" sz="quarter" idx="12"/>
          </p:nvPr>
        </p:nvSpPr>
        <p:spPr/>
        <p:txBody>
          <a:bodyPr/>
          <a:lstStyle/>
          <a:p>
            <a:fld id="{A6177A87-3B7D-44CC-8271-C4C65D11800F}" type="slidenum">
              <a:rPr lang="en-AU" smtClean="0"/>
              <a:t>‹#›</a:t>
            </a:fld>
            <a:endParaRPr lang="en-AU"/>
          </a:p>
        </p:txBody>
      </p:sp>
    </p:spTree>
    <p:extLst>
      <p:ext uri="{BB962C8B-B14F-4D97-AF65-F5344CB8AC3E}">
        <p14:creationId xmlns:p14="http://schemas.microsoft.com/office/powerpoint/2010/main" val="1127529590"/>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secHead" preserve="1">
  <p:cSld name="Section Header">
    <p:bg>
      <p:bgPr>
        <a:solidFill>
          <a:schemeClr val="bg2"/>
        </a:solidFill>
        <a:effectLst/>
      </p:bgPr>
    </p:bg>
    <p:spTree>
      <p:nvGrpSpPr>
        <p:cNvPr id="1" name=""/>
        <p:cNvGrpSpPr/>
        <p:nvPr/>
      </p:nvGrpSpPr>
      <p:grpSpPr>
        <a:xfrm>
          <a:off x="0" y="0"/>
          <a:ext cx="0" cy="0"/>
          <a:chOff x="0" y="0"/>
          <a:chExt cx="0" cy="0"/>
        </a:xfrm>
      </p:grpSpPr>
      <p:sp>
        <p:nvSpPr>
          <p:cNvPr id="7" name="Freeform 6" title="Page Number Shape"/>
          <p:cNvSpPr/>
          <p:nvPr/>
        </p:nvSpPr>
        <p:spPr bwMode="auto">
          <a:xfrm>
            <a:off x="11784011" y="1393748"/>
            <a:ext cx="407988" cy="819150"/>
          </a:xfrm>
          <a:custGeom>
            <a:avLst/>
            <a:gdLst/>
            <a:ahLst/>
            <a:cxnLst/>
            <a:rect l="0" t="0" r="r" b="b"/>
            <a:pathLst>
              <a:path w="1799" h="3612">
                <a:moveTo>
                  <a:pt x="1799" y="0"/>
                </a:moveTo>
                <a:lnTo>
                  <a:pt x="1799" y="3612"/>
                </a:lnTo>
                <a:lnTo>
                  <a:pt x="1686" y="3609"/>
                </a:lnTo>
                <a:lnTo>
                  <a:pt x="1574" y="3598"/>
                </a:lnTo>
                <a:lnTo>
                  <a:pt x="1464" y="3581"/>
                </a:lnTo>
                <a:lnTo>
                  <a:pt x="1357" y="3557"/>
                </a:lnTo>
                <a:lnTo>
                  <a:pt x="1251" y="3527"/>
                </a:lnTo>
                <a:lnTo>
                  <a:pt x="1150" y="3490"/>
                </a:lnTo>
                <a:lnTo>
                  <a:pt x="1050" y="3448"/>
                </a:lnTo>
                <a:lnTo>
                  <a:pt x="953" y="3401"/>
                </a:lnTo>
                <a:lnTo>
                  <a:pt x="860" y="3347"/>
                </a:lnTo>
                <a:lnTo>
                  <a:pt x="771" y="3289"/>
                </a:lnTo>
                <a:lnTo>
                  <a:pt x="686" y="3224"/>
                </a:lnTo>
                <a:lnTo>
                  <a:pt x="604" y="3156"/>
                </a:lnTo>
                <a:lnTo>
                  <a:pt x="527" y="3083"/>
                </a:lnTo>
                <a:lnTo>
                  <a:pt x="454" y="3005"/>
                </a:lnTo>
                <a:lnTo>
                  <a:pt x="386" y="2923"/>
                </a:lnTo>
                <a:lnTo>
                  <a:pt x="323" y="2838"/>
                </a:lnTo>
                <a:lnTo>
                  <a:pt x="265" y="2748"/>
                </a:lnTo>
                <a:lnTo>
                  <a:pt x="211" y="2655"/>
                </a:lnTo>
                <a:lnTo>
                  <a:pt x="163" y="2559"/>
                </a:lnTo>
                <a:lnTo>
                  <a:pt x="121" y="2459"/>
                </a:lnTo>
                <a:lnTo>
                  <a:pt x="85" y="2356"/>
                </a:lnTo>
                <a:lnTo>
                  <a:pt x="55" y="2251"/>
                </a:lnTo>
                <a:lnTo>
                  <a:pt x="32" y="2143"/>
                </a:lnTo>
                <a:lnTo>
                  <a:pt x="14" y="2033"/>
                </a:lnTo>
                <a:lnTo>
                  <a:pt x="4" y="1920"/>
                </a:lnTo>
                <a:lnTo>
                  <a:pt x="0" y="1806"/>
                </a:lnTo>
                <a:lnTo>
                  <a:pt x="4" y="1692"/>
                </a:lnTo>
                <a:lnTo>
                  <a:pt x="14" y="1580"/>
                </a:lnTo>
                <a:lnTo>
                  <a:pt x="32" y="1469"/>
                </a:lnTo>
                <a:lnTo>
                  <a:pt x="55" y="1362"/>
                </a:lnTo>
                <a:lnTo>
                  <a:pt x="85" y="1256"/>
                </a:lnTo>
                <a:lnTo>
                  <a:pt x="121" y="1154"/>
                </a:lnTo>
                <a:lnTo>
                  <a:pt x="163" y="1054"/>
                </a:lnTo>
                <a:lnTo>
                  <a:pt x="211" y="958"/>
                </a:lnTo>
                <a:lnTo>
                  <a:pt x="265" y="864"/>
                </a:lnTo>
                <a:lnTo>
                  <a:pt x="323" y="774"/>
                </a:lnTo>
                <a:lnTo>
                  <a:pt x="386" y="689"/>
                </a:lnTo>
                <a:lnTo>
                  <a:pt x="454" y="607"/>
                </a:lnTo>
                <a:lnTo>
                  <a:pt x="527" y="529"/>
                </a:lnTo>
                <a:lnTo>
                  <a:pt x="604" y="456"/>
                </a:lnTo>
                <a:lnTo>
                  <a:pt x="686" y="388"/>
                </a:lnTo>
                <a:lnTo>
                  <a:pt x="771" y="325"/>
                </a:lnTo>
                <a:lnTo>
                  <a:pt x="860" y="266"/>
                </a:lnTo>
                <a:lnTo>
                  <a:pt x="953" y="212"/>
                </a:lnTo>
                <a:lnTo>
                  <a:pt x="1050" y="164"/>
                </a:lnTo>
                <a:lnTo>
                  <a:pt x="1150" y="122"/>
                </a:lnTo>
                <a:lnTo>
                  <a:pt x="1251" y="85"/>
                </a:lnTo>
                <a:lnTo>
                  <a:pt x="1357" y="55"/>
                </a:lnTo>
                <a:lnTo>
                  <a:pt x="1464" y="32"/>
                </a:lnTo>
                <a:lnTo>
                  <a:pt x="1574" y="14"/>
                </a:lnTo>
                <a:lnTo>
                  <a:pt x="1686" y="5"/>
                </a:lnTo>
                <a:lnTo>
                  <a:pt x="1799" y="0"/>
                </a:lnTo>
                <a:close/>
              </a:path>
            </a:pathLst>
          </a:custGeom>
          <a:solidFill>
            <a:schemeClr val="accent1"/>
          </a:solidFill>
          <a:ln w="0">
            <a:noFill/>
            <a:prstDash val="solid"/>
            <a:round/>
            <a:headEnd/>
            <a:tailEnd/>
          </a:ln>
        </p:spPr>
      </p:sp>
      <p:sp>
        <p:nvSpPr>
          <p:cNvPr id="2" name="Title 1"/>
          <p:cNvSpPr>
            <a:spLocks noGrp="1"/>
          </p:cNvSpPr>
          <p:nvPr>
            <p:ph type="title"/>
          </p:nvPr>
        </p:nvSpPr>
        <p:spPr>
          <a:xfrm>
            <a:off x="1947673" y="2571722"/>
            <a:ext cx="8296654" cy="3286153"/>
          </a:xfrm>
        </p:spPr>
        <p:txBody>
          <a:bodyPr anchor="t">
            <a:normAutofit/>
          </a:bodyPr>
          <a:lstStyle>
            <a:lvl1pPr>
              <a:lnSpc>
                <a:spcPct val="85000"/>
              </a:lnSpc>
              <a:defRPr sz="7700" cap="all" baseline="0">
                <a:solidFill>
                  <a:schemeClr val="accent1"/>
                </a:solidFill>
              </a:defRPr>
            </a:lvl1pPr>
          </a:lstStyle>
          <a:p>
            <a:r>
              <a:rPr lang="en-US"/>
              <a:t>Click to edit Master title style</a:t>
            </a:r>
            <a:endParaRPr lang="en-US" dirty="0"/>
          </a:p>
        </p:txBody>
      </p:sp>
      <p:sp>
        <p:nvSpPr>
          <p:cNvPr id="3" name="Text Placeholder 2"/>
          <p:cNvSpPr>
            <a:spLocks noGrp="1"/>
          </p:cNvSpPr>
          <p:nvPr>
            <p:ph type="body" idx="1"/>
          </p:nvPr>
        </p:nvSpPr>
        <p:spPr>
          <a:xfrm>
            <a:off x="1947673" y="1393748"/>
            <a:ext cx="8401429" cy="819150"/>
          </a:xfrm>
        </p:spPr>
        <p:txBody>
          <a:bodyPr anchor="ctr">
            <a:normAutofit/>
          </a:bodyPr>
          <a:lstStyle>
            <a:lvl1pPr marL="0" indent="0" algn="r">
              <a:lnSpc>
                <a:spcPct val="113000"/>
              </a:lnSpc>
              <a:spcBef>
                <a:spcPts val="0"/>
              </a:spcBef>
              <a:buNone/>
              <a:defRPr sz="2000" b="0" i="1" baseline="0">
                <a:solidFill>
                  <a:schemeClr val="accent1"/>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Edit Master text styles</a:t>
            </a:r>
          </a:p>
        </p:txBody>
      </p:sp>
      <p:sp>
        <p:nvSpPr>
          <p:cNvPr id="4" name="Date Placeholder 3"/>
          <p:cNvSpPr>
            <a:spLocks noGrp="1"/>
          </p:cNvSpPr>
          <p:nvPr>
            <p:ph type="dt" sz="half" idx="10"/>
          </p:nvPr>
        </p:nvSpPr>
        <p:spPr>
          <a:xfrm>
            <a:off x="8742955" y="6314439"/>
            <a:ext cx="1596622" cy="365125"/>
          </a:xfrm>
        </p:spPr>
        <p:txBody>
          <a:bodyPr/>
          <a:lstStyle>
            <a:lvl1pPr>
              <a:defRPr sz="1200">
                <a:solidFill>
                  <a:schemeClr val="accent1"/>
                </a:solidFill>
              </a:defRPr>
            </a:lvl1pPr>
          </a:lstStyle>
          <a:p>
            <a:fld id="{897705DE-9461-4346-9D5D-B989155D24CE}" type="datetimeFigureOut">
              <a:rPr lang="en-AU" smtClean="0"/>
              <a:t>12/11/2025</a:t>
            </a:fld>
            <a:endParaRPr lang="en-AU"/>
          </a:p>
        </p:txBody>
      </p:sp>
      <p:sp>
        <p:nvSpPr>
          <p:cNvPr id="5" name="Footer Placeholder 4"/>
          <p:cNvSpPr>
            <a:spLocks noGrp="1"/>
          </p:cNvSpPr>
          <p:nvPr>
            <p:ph type="ftr" sz="quarter" idx="11"/>
          </p:nvPr>
        </p:nvSpPr>
        <p:spPr>
          <a:xfrm>
            <a:off x="1947673" y="6314440"/>
            <a:ext cx="6480226" cy="365125"/>
          </a:xfrm>
        </p:spPr>
        <p:txBody>
          <a:bodyPr/>
          <a:lstStyle>
            <a:lvl1pPr>
              <a:defRPr b="0">
                <a:solidFill>
                  <a:schemeClr val="accent1"/>
                </a:solidFill>
              </a:defRPr>
            </a:lvl1pPr>
          </a:lstStyle>
          <a:p>
            <a:endParaRPr lang="en-AU"/>
          </a:p>
        </p:txBody>
      </p:sp>
      <p:sp>
        <p:nvSpPr>
          <p:cNvPr id="6" name="Slide Number Placeholder 5"/>
          <p:cNvSpPr>
            <a:spLocks noGrp="1"/>
          </p:cNvSpPr>
          <p:nvPr>
            <p:ph type="sldNum" sz="quarter" idx="12"/>
          </p:nvPr>
        </p:nvSpPr>
        <p:spPr>
          <a:xfrm>
            <a:off x="11784011" y="1620760"/>
            <a:ext cx="407988" cy="365125"/>
          </a:xfrm>
        </p:spPr>
        <p:txBody>
          <a:bodyPr/>
          <a:lstStyle>
            <a:lvl1pPr>
              <a:defRPr>
                <a:solidFill>
                  <a:schemeClr val="bg2"/>
                </a:solidFill>
              </a:defRPr>
            </a:lvl1pPr>
          </a:lstStyle>
          <a:p>
            <a:fld id="{A6177A87-3B7D-44CC-8271-C4C65D11800F}" type="slidenum">
              <a:rPr lang="en-AU" smtClean="0"/>
              <a:t>‹#›</a:t>
            </a:fld>
            <a:endParaRPr lang="en-AU"/>
          </a:p>
        </p:txBody>
      </p:sp>
      <p:cxnSp>
        <p:nvCxnSpPr>
          <p:cNvPr id="10" name="Straight Connector 9" title="Horizontal Rule Line"/>
          <p:cNvCxnSpPr/>
          <p:nvPr/>
        </p:nvCxnSpPr>
        <p:spPr>
          <a:xfrm flipH="1">
            <a:off x="1" y="6178167"/>
            <a:ext cx="10244326" cy="0"/>
          </a:xfrm>
          <a:prstGeom prst="line">
            <a:avLst/>
          </a:prstGeom>
          <a:ln w="25400">
            <a:solidFill>
              <a:schemeClr val="accent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32111994"/>
      </p:ext>
    </p:extLst>
  </p:cSld>
  <p:clrMapOvr>
    <a:masterClrMapping/>
  </p:clrMapOvr>
  <p:extLst>
    <p:ext uri="{DCECCB84-F9BA-43D5-87BE-67443E8EF086}">
      <p15:sldGuideLst xmlns:p15="http://schemas.microsoft.com/office/powerpoint/2012/main">
        <p15:guide id="1" pos="6456">
          <p15:clr>
            <a:srgbClr val="FBAE40"/>
          </p15:clr>
        </p15:guide>
      </p15:sldGuideLst>
    </p:ext>
  </p:extLst>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5181600" y="540628"/>
            <a:ext cx="6248400" cy="2488946"/>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5181600" y="3712467"/>
            <a:ext cx="6248400" cy="248222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897705DE-9461-4346-9D5D-B989155D24CE}" type="datetimeFigureOut">
              <a:rPr lang="en-AU" smtClean="0"/>
              <a:t>12/11/2025</a:t>
            </a:fld>
            <a:endParaRPr lang="en-AU"/>
          </a:p>
        </p:txBody>
      </p:sp>
      <p:sp>
        <p:nvSpPr>
          <p:cNvPr id="6" name="Footer Placeholder 5"/>
          <p:cNvSpPr>
            <a:spLocks noGrp="1"/>
          </p:cNvSpPr>
          <p:nvPr>
            <p:ph type="ftr" sz="quarter" idx="11"/>
          </p:nvPr>
        </p:nvSpPr>
        <p:spPr/>
        <p:txBody>
          <a:bodyPr/>
          <a:lstStyle/>
          <a:p>
            <a:endParaRPr lang="en-AU"/>
          </a:p>
        </p:txBody>
      </p:sp>
      <p:sp>
        <p:nvSpPr>
          <p:cNvPr id="7" name="Slide Number Placeholder 6"/>
          <p:cNvSpPr>
            <a:spLocks noGrp="1"/>
          </p:cNvSpPr>
          <p:nvPr>
            <p:ph type="sldNum" sz="quarter" idx="12"/>
          </p:nvPr>
        </p:nvSpPr>
        <p:spPr/>
        <p:txBody>
          <a:bodyPr/>
          <a:lstStyle/>
          <a:p>
            <a:fld id="{A6177A87-3B7D-44CC-8271-C4C65D11800F}" type="slidenum">
              <a:rPr lang="en-AU" smtClean="0"/>
              <a:t>‹#›</a:t>
            </a:fld>
            <a:endParaRPr lang="en-AU"/>
          </a:p>
        </p:txBody>
      </p:sp>
    </p:spTree>
    <p:extLst>
      <p:ext uri="{BB962C8B-B14F-4D97-AF65-F5344CB8AC3E}">
        <p14:creationId xmlns:p14="http://schemas.microsoft.com/office/powerpoint/2010/main" val="1443643879"/>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762000" y="557784"/>
            <a:ext cx="3831336" cy="4956048"/>
          </a:xfrm>
        </p:spPr>
        <p:txBody>
          <a:bodyPr/>
          <a:lstStyle/>
          <a:p>
            <a:r>
              <a:rPr lang="en-US"/>
              <a:t>Click to edit Master title style</a:t>
            </a:r>
            <a:endParaRPr lang="en-US" dirty="0"/>
          </a:p>
        </p:txBody>
      </p:sp>
      <p:sp>
        <p:nvSpPr>
          <p:cNvPr id="3" name="Text Placeholder 2"/>
          <p:cNvSpPr>
            <a:spLocks noGrp="1"/>
          </p:cNvSpPr>
          <p:nvPr>
            <p:ph type="body" idx="1"/>
          </p:nvPr>
        </p:nvSpPr>
        <p:spPr>
          <a:xfrm>
            <a:off x="5181600" y="558065"/>
            <a:ext cx="6245352" cy="914400"/>
          </a:xfrm>
        </p:spPr>
        <p:txBody>
          <a:bodyPr anchor="b">
            <a:normAutofit/>
          </a:bodyPr>
          <a:lstStyle>
            <a:lvl1pPr marL="0" indent="0">
              <a:lnSpc>
                <a:spcPct val="113000"/>
              </a:lnSpc>
              <a:spcBef>
                <a:spcPts val="0"/>
              </a:spcBef>
              <a:buNone/>
              <a:defRPr sz="2400" b="0" i="1" baseline="0">
                <a:solidFill>
                  <a:schemeClr val="tx1">
                    <a:lumMod val="85000"/>
                    <a:lumOff val="15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4" name="Content Placeholder 3"/>
          <p:cNvSpPr>
            <a:spLocks noGrp="1"/>
          </p:cNvSpPr>
          <p:nvPr>
            <p:ph sz="half" idx="2"/>
          </p:nvPr>
        </p:nvSpPr>
        <p:spPr>
          <a:xfrm>
            <a:off x="5181600" y="1526671"/>
            <a:ext cx="6245352" cy="175564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5181600" y="3700826"/>
            <a:ext cx="6248400" cy="914400"/>
          </a:xfrm>
        </p:spPr>
        <p:txBody>
          <a:bodyPr anchor="b">
            <a:normAutofit/>
          </a:bodyPr>
          <a:lstStyle>
            <a:lvl1pPr marL="0" indent="0">
              <a:buNone/>
              <a:defRPr sz="2400" b="0" i="1" baseline="0">
                <a:solidFill>
                  <a:schemeClr val="tx1">
                    <a:lumMod val="85000"/>
                    <a:lumOff val="15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6" name="Content Placeholder 5"/>
          <p:cNvSpPr>
            <a:spLocks noGrp="1"/>
          </p:cNvSpPr>
          <p:nvPr>
            <p:ph sz="quarter" idx="4"/>
          </p:nvPr>
        </p:nvSpPr>
        <p:spPr>
          <a:xfrm>
            <a:off x="5181600" y="4669432"/>
            <a:ext cx="6245352" cy="175564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897705DE-9461-4346-9D5D-B989155D24CE}" type="datetimeFigureOut">
              <a:rPr lang="en-AU" smtClean="0"/>
              <a:t>12/11/2025</a:t>
            </a:fld>
            <a:endParaRPr lang="en-AU"/>
          </a:p>
        </p:txBody>
      </p:sp>
      <p:sp>
        <p:nvSpPr>
          <p:cNvPr id="8" name="Footer Placeholder 7"/>
          <p:cNvSpPr>
            <a:spLocks noGrp="1"/>
          </p:cNvSpPr>
          <p:nvPr>
            <p:ph type="ftr" sz="quarter" idx="11"/>
          </p:nvPr>
        </p:nvSpPr>
        <p:spPr/>
        <p:txBody>
          <a:bodyPr/>
          <a:lstStyle/>
          <a:p>
            <a:endParaRPr lang="en-AU"/>
          </a:p>
        </p:txBody>
      </p:sp>
      <p:sp>
        <p:nvSpPr>
          <p:cNvPr id="9" name="Slide Number Placeholder 8"/>
          <p:cNvSpPr>
            <a:spLocks noGrp="1"/>
          </p:cNvSpPr>
          <p:nvPr>
            <p:ph type="sldNum" sz="quarter" idx="12"/>
          </p:nvPr>
        </p:nvSpPr>
        <p:spPr/>
        <p:txBody>
          <a:bodyPr/>
          <a:lstStyle/>
          <a:p>
            <a:fld id="{A6177A87-3B7D-44CC-8271-C4C65D11800F}" type="slidenum">
              <a:rPr lang="en-AU" smtClean="0"/>
              <a:t>‹#›</a:t>
            </a:fld>
            <a:endParaRPr lang="en-AU"/>
          </a:p>
        </p:txBody>
      </p:sp>
    </p:spTree>
    <p:extLst>
      <p:ext uri="{BB962C8B-B14F-4D97-AF65-F5344CB8AC3E}">
        <p14:creationId xmlns:p14="http://schemas.microsoft.com/office/powerpoint/2010/main" val="1358542911"/>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897705DE-9461-4346-9D5D-B989155D24CE}" type="datetimeFigureOut">
              <a:rPr lang="en-AU" smtClean="0"/>
              <a:t>12/11/2025</a:t>
            </a:fld>
            <a:endParaRPr lang="en-AU"/>
          </a:p>
        </p:txBody>
      </p:sp>
      <p:sp>
        <p:nvSpPr>
          <p:cNvPr id="4" name="Footer Placeholder 3"/>
          <p:cNvSpPr>
            <a:spLocks noGrp="1"/>
          </p:cNvSpPr>
          <p:nvPr>
            <p:ph type="ftr" sz="quarter" idx="11"/>
          </p:nvPr>
        </p:nvSpPr>
        <p:spPr/>
        <p:txBody>
          <a:bodyPr/>
          <a:lstStyle/>
          <a:p>
            <a:endParaRPr lang="en-AU"/>
          </a:p>
        </p:txBody>
      </p:sp>
      <p:sp>
        <p:nvSpPr>
          <p:cNvPr id="5" name="Slide Number Placeholder 4"/>
          <p:cNvSpPr>
            <a:spLocks noGrp="1"/>
          </p:cNvSpPr>
          <p:nvPr>
            <p:ph type="sldNum" sz="quarter" idx="12"/>
          </p:nvPr>
        </p:nvSpPr>
        <p:spPr/>
        <p:txBody>
          <a:bodyPr/>
          <a:lstStyle/>
          <a:p>
            <a:fld id="{A6177A87-3B7D-44CC-8271-C4C65D11800F}" type="slidenum">
              <a:rPr lang="en-AU" smtClean="0"/>
              <a:t>‹#›</a:t>
            </a:fld>
            <a:endParaRPr lang="en-AU"/>
          </a:p>
        </p:txBody>
      </p:sp>
    </p:spTree>
    <p:extLst>
      <p:ext uri="{BB962C8B-B14F-4D97-AF65-F5344CB8AC3E}">
        <p14:creationId xmlns:p14="http://schemas.microsoft.com/office/powerpoint/2010/main" val="17705640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897705DE-9461-4346-9D5D-B989155D24CE}" type="datetimeFigureOut">
              <a:rPr lang="en-AU" smtClean="0"/>
              <a:t>12/11/2025</a:t>
            </a:fld>
            <a:endParaRPr lang="en-AU"/>
          </a:p>
        </p:txBody>
      </p:sp>
      <p:sp>
        <p:nvSpPr>
          <p:cNvPr id="3" name="Footer Placeholder 2"/>
          <p:cNvSpPr>
            <a:spLocks noGrp="1"/>
          </p:cNvSpPr>
          <p:nvPr>
            <p:ph type="ftr" sz="quarter" idx="11"/>
          </p:nvPr>
        </p:nvSpPr>
        <p:spPr/>
        <p:txBody>
          <a:bodyPr/>
          <a:lstStyle/>
          <a:p>
            <a:endParaRPr lang="en-AU"/>
          </a:p>
        </p:txBody>
      </p:sp>
      <p:sp>
        <p:nvSpPr>
          <p:cNvPr id="4" name="Slide Number Placeholder 3"/>
          <p:cNvSpPr>
            <a:spLocks noGrp="1"/>
          </p:cNvSpPr>
          <p:nvPr>
            <p:ph type="sldNum" sz="quarter" idx="12"/>
          </p:nvPr>
        </p:nvSpPr>
        <p:spPr/>
        <p:txBody>
          <a:bodyPr/>
          <a:lstStyle/>
          <a:p>
            <a:fld id="{A6177A87-3B7D-44CC-8271-C4C65D11800F}" type="slidenum">
              <a:rPr lang="en-AU" smtClean="0"/>
              <a:t>‹#›</a:t>
            </a:fld>
            <a:endParaRPr lang="en-AU"/>
          </a:p>
        </p:txBody>
      </p:sp>
    </p:spTree>
    <p:extLst>
      <p:ext uri="{BB962C8B-B14F-4D97-AF65-F5344CB8AC3E}">
        <p14:creationId xmlns:p14="http://schemas.microsoft.com/office/powerpoint/2010/main" val="3568317515"/>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762000" y="555479"/>
            <a:ext cx="3838776" cy="1921022"/>
          </a:xfrm>
        </p:spPr>
        <p:txBody>
          <a:bodyPr anchor="t">
            <a:noAutofit/>
          </a:bodyPr>
          <a:lstStyle>
            <a:lvl1pPr>
              <a:lnSpc>
                <a:spcPct val="93000"/>
              </a:lnSpc>
              <a:defRPr sz="4000"/>
            </a:lvl1pPr>
          </a:lstStyle>
          <a:p>
            <a:r>
              <a:rPr lang="en-US"/>
              <a:t>Click to edit Master title style</a:t>
            </a:r>
            <a:endParaRPr lang="en-US" dirty="0"/>
          </a:p>
        </p:txBody>
      </p:sp>
      <p:sp>
        <p:nvSpPr>
          <p:cNvPr id="3" name="Content Placeholder 2"/>
          <p:cNvSpPr>
            <a:spLocks noGrp="1"/>
          </p:cNvSpPr>
          <p:nvPr>
            <p:ph idx="1"/>
          </p:nvPr>
        </p:nvSpPr>
        <p:spPr>
          <a:xfrm>
            <a:off x="5181600" y="564147"/>
            <a:ext cx="6248400" cy="5622644"/>
          </a:xfrm>
        </p:spPr>
        <p:txBody>
          <a:bodyPr/>
          <a:lstStyle>
            <a:lvl1pPr>
              <a:lnSpc>
                <a:spcPct val="112000"/>
              </a:lnSpc>
              <a:defRPr sz="2000"/>
            </a:lvl1pPr>
            <a:lvl2pPr>
              <a:lnSpc>
                <a:spcPct val="112000"/>
              </a:lnSpc>
              <a:defRPr sz="1800"/>
            </a:lvl2pPr>
            <a:lvl3pPr>
              <a:lnSpc>
                <a:spcPct val="112000"/>
              </a:lnSpc>
              <a:defRPr sz="1600"/>
            </a:lvl3pPr>
            <a:lvl4pPr>
              <a:lnSpc>
                <a:spcPct val="112000"/>
              </a:lnSpc>
              <a:defRPr sz="1400"/>
            </a:lvl4pPr>
            <a:lvl5pPr>
              <a:lnSpc>
                <a:spcPct val="112000"/>
              </a:lnSpc>
              <a:defRPr sz="1400"/>
            </a:lvl5pPr>
            <a:lvl6pPr>
              <a:defRPr sz="1400"/>
            </a:lvl6pPr>
            <a:lvl7pPr>
              <a:defRPr sz="1400"/>
            </a:lvl7pPr>
            <a:lvl8pPr>
              <a:defRPr sz="1400"/>
            </a:lvl8pPr>
            <a:lvl9pPr>
              <a:defRPr sz="1400"/>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762000" y="2621512"/>
            <a:ext cx="3838776" cy="3239537"/>
          </a:xfrm>
        </p:spPr>
        <p:txBody>
          <a:bodyPr/>
          <a:lstStyle>
            <a:lvl1pPr marL="0" indent="0" algn="r">
              <a:lnSpc>
                <a:spcPct val="125000"/>
              </a:lnSpc>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Edit Master text styles</a:t>
            </a:r>
          </a:p>
        </p:txBody>
      </p:sp>
      <p:sp>
        <p:nvSpPr>
          <p:cNvPr id="5" name="Date Placeholder 4"/>
          <p:cNvSpPr>
            <a:spLocks noGrp="1"/>
          </p:cNvSpPr>
          <p:nvPr>
            <p:ph type="dt" sz="half" idx="10"/>
          </p:nvPr>
        </p:nvSpPr>
        <p:spPr/>
        <p:txBody>
          <a:bodyPr/>
          <a:lstStyle/>
          <a:p>
            <a:fld id="{897705DE-9461-4346-9D5D-B989155D24CE}" type="datetimeFigureOut">
              <a:rPr lang="en-AU" smtClean="0"/>
              <a:t>12/11/2025</a:t>
            </a:fld>
            <a:endParaRPr lang="en-AU"/>
          </a:p>
        </p:txBody>
      </p:sp>
      <p:sp>
        <p:nvSpPr>
          <p:cNvPr id="6" name="Footer Placeholder 5"/>
          <p:cNvSpPr>
            <a:spLocks noGrp="1"/>
          </p:cNvSpPr>
          <p:nvPr>
            <p:ph type="ftr" sz="quarter" idx="11"/>
          </p:nvPr>
        </p:nvSpPr>
        <p:spPr/>
        <p:txBody>
          <a:bodyPr/>
          <a:lstStyle/>
          <a:p>
            <a:endParaRPr lang="en-AU"/>
          </a:p>
        </p:txBody>
      </p:sp>
      <p:sp>
        <p:nvSpPr>
          <p:cNvPr id="7" name="Slide Number Placeholder 6"/>
          <p:cNvSpPr>
            <a:spLocks noGrp="1"/>
          </p:cNvSpPr>
          <p:nvPr>
            <p:ph type="sldNum" sz="quarter" idx="12"/>
          </p:nvPr>
        </p:nvSpPr>
        <p:spPr/>
        <p:txBody>
          <a:bodyPr/>
          <a:lstStyle/>
          <a:p>
            <a:fld id="{A6177A87-3B7D-44CC-8271-C4C65D11800F}" type="slidenum">
              <a:rPr lang="en-AU" smtClean="0"/>
              <a:t>‹#›</a:t>
            </a:fld>
            <a:endParaRPr lang="en-AU"/>
          </a:p>
        </p:txBody>
      </p:sp>
    </p:spTree>
    <p:extLst>
      <p:ext uri="{BB962C8B-B14F-4D97-AF65-F5344CB8AC3E}">
        <p14:creationId xmlns:p14="http://schemas.microsoft.com/office/powerpoint/2010/main" val="911193532"/>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758952" y="557261"/>
            <a:ext cx="3840480" cy="1919239"/>
          </a:xfrm>
        </p:spPr>
        <p:txBody>
          <a:bodyPr anchor="t">
            <a:noAutofit/>
          </a:bodyPr>
          <a:lstStyle>
            <a:lvl1pPr>
              <a:lnSpc>
                <a:spcPct val="93000"/>
              </a:lnSpc>
              <a:defRPr sz="4000" baseline="0"/>
            </a:lvl1pPr>
          </a:lstStyle>
          <a:p>
            <a:r>
              <a:rPr lang="en-US"/>
              <a:t>Click to edit Master title style</a:t>
            </a:r>
            <a:endParaRPr lang="en-US" dirty="0"/>
          </a:p>
        </p:txBody>
      </p:sp>
      <p:sp>
        <p:nvSpPr>
          <p:cNvPr id="3" name="Picture Placeholder 2"/>
          <p:cNvSpPr>
            <a:spLocks noGrp="1" noChangeAspect="1"/>
          </p:cNvSpPr>
          <p:nvPr>
            <p:ph type="pic" idx="1"/>
          </p:nvPr>
        </p:nvSpPr>
        <p:spPr>
          <a:xfrm>
            <a:off x="5257800" y="0"/>
            <a:ext cx="6172200" cy="6857999"/>
          </a:xfrm>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p:cNvSpPr>
            <a:spLocks noGrp="1"/>
          </p:cNvSpPr>
          <p:nvPr>
            <p:ph type="body" sz="half" idx="2"/>
          </p:nvPr>
        </p:nvSpPr>
        <p:spPr>
          <a:xfrm>
            <a:off x="758952" y="2621512"/>
            <a:ext cx="3840480" cy="3236976"/>
          </a:xfrm>
        </p:spPr>
        <p:txBody>
          <a:bodyPr/>
          <a:lstStyle>
            <a:lvl1pPr marL="0" indent="0" algn="r">
              <a:lnSpc>
                <a:spcPct val="125000"/>
              </a:lnSpc>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Edit Master text styles</a:t>
            </a:r>
          </a:p>
        </p:txBody>
      </p:sp>
      <p:sp>
        <p:nvSpPr>
          <p:cNvPr id="5" name="Date Placeholder 4"/>
          <p:cNvSpPr>
            <a:spLocks noGrp="1"/>
          </p:cNvSpPr>
          <p:nvPr>
            <p:ph type="dt" sz="half" idx="10"/>
          </p:nvPr>
        </p:nvSpPr>
        <p:spPr/>
        <p:txBody>
          <a:bodyPr/>
          <a:lstStyle/>
          <a:p>
            <a:fld id="{897705DE-9461-4346-9D5D-B989155D24CE}" type="datetimeFigureOut">
              <a:rPr lang="en-AU" smtClean="0"/>
              <a:t>12/11/2025</a:t>
            </a:fld>
            <a:endParaRPr lang="en-AU"/>
          </a:p>
        </p:txBody>
      </p:sp>
      <p:sp>
        <p:nvSpPr>
          <p:cNvPr id="6" name="Footer Placeholder 5"/>
          <p:cNvSpPr>
            <a:spLocks noGrp="1"/>
          </p:cNvSpPr>
          <p:nvPr>
            <p:ph type="ftr" sz="quarter" idx="11"/>
          </p:nvPr>
        </p:nvSpPr>
        <p:spPr/>
        <p:txBody>
          <a:bodyPr/>
          <a:lstStyle/>
          <a:p>
            <a:endParaRPr lang="en-AU"/>
          </a:p>
        </p:txBody>
      </p:sp>
      <p:sp>
        <p:nvSpPr>
          <p:cNvPr id="7" name="Slide Number Placeholder 6"/>
          <p:cNvSpPr>
            <a:spLocks noGrp="1"/>
          </p:cNvSpPr>
          <p:nvPr>
            <p:ph type="sldNum" sz="quarter" idx="12"/>
          </p:nvPr>
        </p:nvSpPr>
        <p:spPr/>
        <p:txBody>
          <a:bodyPr/>
          <a:lstStyle/>
          <a:p>
            <a:fld id="{A6177A87-3B7D-44CC-8271-C4C65D11800F}" type="slidenum">
              <a:rPr lang="en-AU" smtClean="0"/>
              <a:t>‹#›</a:t>
            </a:fld>
            <a:endParaRPr lang="en-AU"/>
          </a:p>
        </p:txBody>
      </p:sp>
    </p:spTree>
    <p:extLst>
      <p:ext uri="{BB962C8B-B14F-4D97-AF65-F5344CB8AC3E}">
        <p14:creationId xmlns:p14="http://schemas.microsoft.com/office/powerpoint/2010/main" val="492686876"/>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a:xfrm>
            <a:off x="5181600" y="640080"/>
            <a:ext cx="6248398" cy="5584142"/>
          </a:xfrm>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897705DE-9461-4346-9D5D-B989155D24CE}" type="datetimeFigureOut">
              <a:rPr lang="en-AU" smtClean="0"/>
              <a:t>12/11/2025</a:t>
            </a:fld>
            <a:endParaRPr lang="en-AU"/>
          </a:p>
        </p:txBody>
      </p:sp>
      <p:sp>
        <p:nvSpPr>
          <p:cNvPr id="5" name="Footer Placeholder 4"/>
          <p:cNvSpPr>
            <a:spLocks noGrp="1"/>
          </p:cNvSpPr>
          <p:nvPr>
            <p:ph type="ftr" sz="quarter" idx="11"/>
          </p:nvPr>
        </p:nvSpPr>
        <p:spPr/>
        <p:txBody>
          <a:bodyPr/>
          <a:lstStyle/>
          <a:p>
            <a:endParaRPr lang="en-AU"/>
          </a:p>
        </p:txBody>
      </p:sp>
      <p:sp>
        <p:nvSpPr>
          <p:cNvPr id="6" name="Slide Number Placeholder 5"/>
          <p:cNvSpPr>
            <a:spLocks noGrp="1"/>
          </p:cNvSpPr>
          <p:nvPr>
            <p:ph type="sldNum" sz="quarter" idx="12"/>
          </p:nvPr>
        </p:nvSpPr>
        <p:spPr/>
        <p:txBody>
          <a:bodyPr/>
          <a:lstStyle/>
          <a:p>
            <a:fld id="{A6177A87-3B7D-44CC-8271-C4C65D11800F}" type="slidenum">
              <a:rPr lang="en-AU" smtClean="0"/>
              <a:t>‹#›</a:t>
            </a:fld>
            <a:endParaRPr lang="en-AU"/>
          </a:p>
        </p:txBody>
      </p:sp>
    </p:spTree>
    <p:extLst>
      <p:ext uri="{BB962C8B-B14F-4D97-AF65-F5344CB8AC3E}">
        <p14:creationId xmlns:p14="http://schemas.microsoft.com/office/powerpoint/2010/main" val="4165560128"/>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type="vertTitleAndTx" preserve="1">
  <p:cSld name="Vertical Title and Text">
    <p:spTree>
      <p:nvGrpSpPr>
        <p:cNvPr id="1" name=""/>
        <p:cNvGrpSpPr/>
        <p:nvPr/>
      </p:nvGrpSpPr>
      <p:grpSpPr>
        <a:xfrm>
          <a:off x="0" y="0"/>
          <a:ext cx="0" cy="0"/>
          <a:chOff x="0" y="0"/>
          <a:chExt cx="0" cy="0"/>
        </a:xfrm>
      </p:grpSpPr>
      <p:sp>
        <p:nvSpPr>
          <p:cNvPr id="12" name="Freeform 6" title="Page Number Shape"/>
          <p:cNvSpPr/>
          <p:nvPr/>
        </p:nvSpPr>
        <p:spPr bwMode="auto">
          <a:xfrm>
            <a:off x="11784011" y="5380580"/>
            <a:ext cx="407988" cy="819150"/>
          </a:xfrm>
          <a:custGeom>
            <a:avLst/>
            <a:gdLst/>
            <a:ahLst/>
            <a:cxnLst/>
            <a:rect l="0" t="0" r="r" b="b"/>
            <a:pathLst>
              <a:path w="1799" h="3612">
                <a:moveTo>
                  <a:pt x="1799" y="0"/>
                </a:moveTo>
                <a:lnTo>
                  <a:pt x="1799" y="3612"/>
                </a:lnTo>
                <a:lnTo>
                  <a:pt x="1686" y="3609"/>
                </a:lnTo>
                <a:lnTo>
                  <a:pt x="1574" y="3598"/>
                </a:lnTo>
                <a:lnTo>
                  <a:pt x="1464" y="3581"/>
                </a:lnTo>
                <a:lnTo>
                  <a:pt x="1357" y="3557"/>
                </a:lnTo>
                <a:lnTo>
                  <a:pt x="1251" y="3527"/>
                </a:lnTo>
                <a:lnTo>
                  <a:pt x="1150" y="3490"/>
                </a:lnTo>
                <a:lnTo>
                  <a:pt x="1050" y="3448"/>
                </a:lnTo>
                <a:lnTo>
                  <a:pt x="953" y="3401"/>
                </a:lnTo>
                <a:lnTo>
                  <a:pt x="860" y="3347"/>
                </a:lnTo>
                <a:lnTo>
                  <a:pt x="771" y="3289"/>
                </a:lnTo>
                <a:lnTo>
                  <a:pt x="686" y="3224"/>
                </a:lnTo>
                <a:lnTo>
                  <a:pt x="604" y="3156"/>
                </a:lnTo>
                <a:lnTo>
                  <a:pt x="527" y="3083"/>
                </a:lnTo>
                <a:lnTo>
                  <a:pt x="454" y="3005"/>
                </a:lnTo>
                <a:lnTo>
                  <a:pt x="386" y="2923"/>
                </a:lnTo>
                <a:lnTo>
                  <a:pt x="323" y="2838"/>
                </a:lnTo>
                <a:lnTo>
                  <a:pt x="265" y="2748"/>
                </a:lnTo>
                <a:lnTo>
                  <a:pt x="211" y="2655"/>
                </a:lnTo>
                <a:lnTo>
                  <a:pt x="163" y="2559"/>
                </a:lnTo>
                <a:lnTo>
                  <a:pt x="121" y="2459"/>
                </a:lnTo>
                <a:lnTo>
                  <a:pt x="85" y="2356"/>
                </a:lnTo>
                <a:lnTo>
                  <a:pt x="55" y="2251"/>
                </a:lnTo>
                <a:lnTo>
                  <a:pt x="32" y="2143"/>
                </a:lnTo>
                <a:lnTo>
                  <a:pt x="14" y="2033"/>
                </a:lnTo>
                <a:lnTo>
                  <a:pt x="4" y="1920"/>
                </a:lnTo>
                <a:lnTo>
                  <a:pt x="0" y="1806"/>
                </a:lnTo>
                <a:lnTo>
                  <a:pt x="4" y="1692"/>
                </a:lnTo>
                <a:lnTo>
                  <a:pt x="14" y="1580"/>
                </a:lnTo>
                <a:lnTo>
                  <a:pt x="32" y="1469"/>
                </a:lnTo>
                <a:lnTo>
                  <a:pt x="55" y="1362"/>
                </a:lnTo>
                <a:lnTo>
                  <a:pt x="85" y="1256"/>
                </a:lnTo>
                <a:lnTo>
                  <a:pt x="121" y="1154"/>
                </a:lnTo>
                <a:lnTo>
                  <a:pt x="163" y="1054"/>
                </a:lnTo>
                <a:lnTo>
                  <a:pt x="211" y="958"/>
                </a:lnTo>
                <a:lnTo>
                  <a:pt x="265" y="864"/>
                </a:lnTo>
                <a:lnTo>
                  <a:pt x="323" y="774"/>
                </a:lnTo>
                <a:lnTo>
                  <a:pt x="386" y="689"/>
                </a:lnTo>
                <a:lnTo>
                  <a:pt x="454" y="607"/>
                </a:lnTo>
                <a:lnTo>
                  <a:pt x="527" y="529"/>
                </a:lnTo>
                <a:lnTo>
                  <a:pt x="604" y="456"/>
                </a:lnTo>
                <a:lnTo>
                  <a:pt x="686" y="388"/>
                </a:lnTo>
                <a:lnTo>
                  <a:pt x="771" y="325"/>
                </a:lnTo>
                <a:lnTo>
                  <a:pt x="860" y="266"/>
                </a:lnTo>
                <a:lnTo>
                  <a:pt x="953" y="212"/>
                </a:lnTo>
                <a:lnTo>
                  <a:pt x="1050" y="164"/>
                </a:lnTo>
                <a:lnTo>
                  <a:pt x="1150" y="122"/>
                </a:lnTo>
                <a:lnTo>
                  <a:pt x="1251" y="85"/>
                </a:lnTo>
                <a:lnTo>
                  <a:pt x="1357" y="55"/>
                </a:lnTo>
                <a:lnTo>
                  <a:pt x="1464" y="32"/>
                </a:lnTo>
                <a:lnTo>
                  <a:pt x="1574" y="14"/>
                </a:lnTo>
                <a:lnTo>
                  <a:pt x="1686" y="5"/>
                </a:lnTo>
                <a:lnTo>
                  <a:pt x="1799" y="0"/>
                </a:lnTo>
                <a:close/>
              </a:path>
            </a:pathLst>
          </a:custGeom>
          <a:solidFill>
            <a:schemeClr val="accent1"/>
          </a:solidFill>
          <a:ln w="0">
            <a:noFill/>
            <a:prstDash val="solid"/>
            <a:round/>
            <a:headEnd/>
            <a:tailEnd/>
          </a:ln>
        </p:spPr>
      </p:sp>
      <p:sp>
        <p:nvSpPr>
          <p:cNvPr id="2" name="Vertical Title 1"/>
          <p:cNvSpPr>
            <a:spLocks noGrp="1"/>
          </p:cNvSpPr>
          <p:nvPr>
            <p:ph type="title" orient="vert"/>
          </p:nvPr>
        </p:nvSpPr>
        <p:spPr>
          <a:xfrm>
            <a:off x="7990765" y="642931"/>
            <a:ext cx="2446670" cy="4678106"/>
          </a:xfrm>
        </p:spPr>
        <p:txBody>
          <a:bodyPr vert="eaVert"/>
          <a:lstStyle>
            <a:lvl1pPr algn="l">
              <a:defRPr/>
            </a:lvl1pPr>
          </a:lstStyle>
          <a:p>
            <a:r>
              <a:rPr lang="en-US"/>
              <a:t>Click to edit Master title style</a:t>
            </a:r>
            <a:endParaRPr lang="en-US" dirty="0"/>
          </a:p>
        </p:txBody>
      </p:sp>
      <p:sp>
        <p:nvSpPr>
          <p:cNvPr id="3" name="Vertical Text Placeholder 2"/>
          <p:cNvSpPr>
            <a:spLocks noGrp="1"/>
          </p:cNvSpPr>
          <p:nvPr>
            <p:ph type="body" orient="vert" idx="1"/>
          </p:nvPr>
        </p:nvSpPr>
        <p:spPr>
          <a:xfrm>
            <a:off x="838200" y="642932"/>
            <a:ext cx="7070678" cy="4678105"/>
          </a:xfrm>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a:xfrm>
            <a:off x="6536187" y="5927131"/>
            <a:ext cx="3814856" cy="365125"/>
          </a:xfrm>
        </p:spPr>
        <p:txBody>
          <a:bodyPr/>
          <a:lstStyle/>
          <a:p>
            <a:fld id="{897705DE-9461-4346-9D5D-B989155D24CE}" type="datetimeFigureOut">
              <a:rPr lang="en-AU" smtClean="0"/>
              <a:t>12/11/2025</a:t>
            </a:fld>
            <a:endParaRPr lang="en-AU"/>
          </a:p>
        </p:txBody>
      </p:sp>
      <p:sp>
        <p:nvSpPr>
          <p:cNvPr id="5" name="Footer Placeholder 4"/>
          <p:cNvSpPr>
            <a:spLocks noGrp="1"/>
          </p:cNvSpPr>
          <p:nvPr>
            <p:ph type="ftr" sz="quarter" idx="11"/>
          </p:nvPr>
        </p:nvSpPr>
        <p:spPr>
          <a:xfrm>
            <a:off x="6536187" y="6315949"/>
            <a:ext cx="3814856" cy="365125"/>
          </a:xfrm>
        </p:spPr>
        <p:txBody>
          <a:bodyPr/>
          <a:lstStyle/>
          <a:p>
            <a:endParaRPr lang="en-AU"/>
          </a:p>
        </p:txBody>
      </p:sp>
      <p:sp>
        <p:nvSpPr>
          <p:cNvPr id="6" name="Slide Number Placeholder 5"/>
          <p:cNvSpPr>
            <a:spLocks noGrp="1"/>
          </p:cNvSpPr>
          <p:nvPr>
            <p:ph type="sldNum" sz="quarter" idx="12"/>
          </p:nvPr>
        </p:nvSpPr>
        <p:spPr>
          <a:xfrm>
            <a:off x="11784011" y="5607592"/>
            <a:ext cx="407988" cy="365125"/>
          </a:xfrm>
        </p:spPr>
        <p:txBody>
          <a:bodyPr/>
          <a:lstStyle/>
          <a:p>
            <a:fld id="{A6177A87-3B7D-44CC-8271-C4C65D11800F}" type="slidenum">
              <a:rPr lang="en-AU" smtClean="0"/>
              <a:t>‹#›</a:t>
            </a:fld>
            <a:endParaRPr lang="en-AU"/>
          </a:p>
        </p:txBody>
      </p:sp>
      <p:cxnSp>
        <p:nvCxnSpPr>
          <p:cNvPr id="13" name="Straight Connector 12" title="Horizontal Rule Line"/>
          <p:cNvCxnSpPr/>
          <p:nvPr/>
        </p:nvCxnSpPr>
        <p:spPr>
          <a:xfrm>
            <a:off x="0" y="6199730"/>
            <a:ext cx="10260011" cy="0"/>
          </a:xfrm>
          <a:prstGeom prst="line">
            <a:avLst/>
          </a:prstGeom>
          <a:ln w="25400">
            <a:solidFill>
              <a:schemeClr val="accent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4196240843"/>
      </p:ext>
    </p:extLst>
  </p:cSld>
  <p:clrMapOvr>
    <a:masterClrMapping/>
  </p:clrMapOvr>
  <p:extLst>
    <p:ext uri="{DCECCB84-F9BA-43D5-87BE-67443E8EF086}">
      <p15:sldGuideLst xmlns:p15="http://schemas.microsoft.com/office/powerpoint/2012/main">
        <p15:guide id="1" pos="6456">
          <p15:clr>
            <a:srgbClr val="FBAE40"/>
          </p15:clr>
        </p15:guide>
      </p15:sldGuideLst>
    </p:ext>
  </p:extLst>
</p:sldLayout>
</file>

<file path=ppt/slideLayouts/slideLayout12.xml><?xml version="1.0" encoding="utf-8"?>
<p:sldLayout xmlns:a="http://schemas.openxmlformats.org/drawingml/2006/main" xmlns:r="http://schemas.openxmlformats.org/officeDocument/2006/relationships" xmlns:p="http://schemas.openxmlformats.org/presentationml/2006/main" showMasterSp="0" type="title" preserve="1">
  <p:cSld name="Title Slide">
    <p:bg>
      <p:bgPr>
        <a:solidFill>
          <a:schemeClr val="accent1"/>
        </a:solidFill>
        <a:effectLst/>
      </p:bgPr>
    </p:bg>
    <p:spTree>
      <p:nvGrpSpPr>
        <p:cNvPr id="1" name=""/>
        <p:cNvGrpSpPr/>
        <p:nvPr/>
      </p:nvGrpSpPr>
      <p:grpSpPr>
        <a:xfrm>
          <a:off x="0" y="0"/>
          <a:ext cx="0" cy="0"/>
          <a:chOff x="0" y="0"/>
          <a:chExt cx="0" cy="0"/>
        </a:xfrm>
      </p:grpSpPr>
      <p:sp>
        <p:nvSpPr>
          <p:cNvPr id="12" name="Freeform 6" title="Page Number Shape"/>
          <p:cNvSpPr/>
          <p:nvPr/>
        </p:nvSpPr>
        <p:spPr bwMode="auto">
          <a:xfrm>
            <a:off x="11784011" y="1189204"/>
            <a:ext cx="407988" cy="819150"/>
          </a:xfrm>
          <a:custGeom>
            <a:avLst/>
            <a:gdLst/>
            <a:ahLst/>
            <a:cxnLst/>
            <a:rect l="0" t="0" r="r" b="b"/>
            <a:pathLst>
              <a:path w="1799" h="3612">
                <a:moveTo>
                  <a:pt x="1799" y="0"/>
                </a:moveTo>
                <a:lnTo>
                  <a:pt x="1799" y="3612"/>
                </a:lnTo>
                <a:lnTo>
                  <a:pt x="1686" y="3609"/>
                </a:lnTo>
                <a:lnTo>
                  <a:pt x="1574" y="3598"/>
                </a:lnTo>
                <a:lnTo>
                  <a:pt x="1464" y="3581"/>
                </a:lnTo>
                <a:lnTo>
                  <a:pt x="1357" y="3557"/>
                </a:lnTo>
                <a:lnTo>
                  <a:pt x="1251" y="3527"/>
                </a:lnTo>
                <a:lnTo>
                  <a:pt x="1150" y="3490"/>
                </a:lnTo>
                <a:lnTo>
                  <a:pt x="1050" y="3448"/>
                </a:lnTo>
                <a:lnTo>
                  <a:pt x="953" y="3401"/>
                </a:lnTo>
                <a:lnTo>
                  <a:pt x="860" y="3347"/>
                </a:lnTo>
                <a:lnTo>
                  <a:pt x="771" y="3289"/>
                </a:lnTo>
                <a:lnTo>
                  <a:pt x="686" y="3224"/>
                </a:lnTo>
                <a:lnTo>
                  <a:pt x="604" y="3156"/>
                </a:lnTo>
                <a:lnTo>
                  <a:pt x="527" y="3083"/>
                </a:lnTo>
                <a:lnTo>
                  <a:pt x="454" y="3005"/>
                </a:lnTo>
                <a:lnTo>
                  <a:pt x="386" y="2923"/>
                </a:lnTo>
                <a:lnTo>
                  <a:pt x="323" y="2838"/>
                </a:lnTo>
                <a:lnTo>
                  <a:pt x="265" y="2748"/>
                </a:lnTo>
                <a:lnTo>
                  <a:pt x="211" y="2655"/>
                </a:lnTo>
                <a:lnTo>
                  <a:pt x="163" y="2559"/>
                </a:lnTo>
                <a:lnTo>
                  <a:pt x="121" y="2459"/>
                </a:lnTo>
                <a:lnTo>
                  <a:pt x="85" y="2356"/>
                </a:lnTo>
                <a:lnTo>
                  <a:pt x="55" y="2251"/>
                </a:lnTo>
                <a:lnTo>
                  <a:pt x="32" y="2143"/>
                </a:lnTo>
                <a:lnTo>
                  <a:pt x="14" y="2033"/>
                </a:lnTo>
                <a:lnTo>
                  <a:pt x="4" y="1920"/>
                </a:lnTo>
                <a:lnTo>
                  <a:pt x="0" y="1806"/>
                </a:lnTo>
                <a:lnTo>
                  <a:pt x="4" y="1692"/>
                </a:lnTo>
                <a:lnTo>
                  <a:pt x="14" y="1580"/>
                </a:lnTo>
                <a:lnTo>
                  <a:pt x="32" y="1469"/>
                </a:lnTo>
                <a:lnTo>
                  <a:pt x="55" y="1362"/>
                </a:lnTo>
                <a:lnTo>
                  <a:pt x="85" y="1256"/>
                </a:lnTo>
                <a:lnTo>
                  <a:pt x="121" y="1154"/>
                </a:lnTo>
                <a:lnTo>
                  <a:pt x="163" y="1054"/>
                </a:lnTo>
                <a:lnTo>
                  <a:pt x="211" y="958"/>
                </a:lnTo>
                <a:lnTo>
                  <a:pt x="265" y="864"/>
                </a:lnTo>
                <a:lnTo>
                  <a:pt x="323" y="774"/>
                </a:lnTo>
                <a:lnTo>
                  <a:pt x="386" y="689"/>
                </a:lnTo>
                <a:lnTo>
                  <a:pt x="454" y="607"/>
                </a:lnTo>
                <a:lnTo>
                  <a:pt x="527" y="529"/>
                </a:lnTo>
                <a:lnTo>
                  <a:pt x="604" y="456"/>
                </a:lnTo>
                <a:lnTo>
                  <a:pt x="686" y="388"/>
                </a:lnTo>
                <a:lnTo>
                  <a:pt x="771" y="325"/>
                </a:lnTo>
                <a:lnTo>
                  <a:pt x="860" y="266"/>
                </a:lnTo>
                <a:lnTo>
                  <a:pt x="953" y="212"/>
                </a:lnTo>
                <a:lnTo>
                  <a:pt x="1050" y="164"/>
                </a:lnTo>
                <a:lnTo>
                  <a:pt x="1150" y="122"/>
                </a:lnTo>
                <a:lnTo>
                  <a:pt x="1251" y="85"/>
                </a:lnTo>
                <a:lnTo>
                  <a:pt x="1357" y="55"/>
                </a:lnTo>
                <a:lnTo>
                  <a:pt x="1464" y="32"/>
                </a:lnTo>
                <a:lnTo>
                  <a:pt x="1574" y="14"/>
                </a:lnTo>
                <a:lnTo>
                  <a:pt x="1686" y="5"/>
                </a:lnTo>
                <a:lnTo>
                  <a:pt x="1799" y="0"/>
                </a:lnTo>
                <a:close/>
              </a:path>
            </a:pathLst>
          </a:custGeom>
          <a:solidFill>
            <a:schemeClr val="tx2"/>
          </a:solidFill>
          <a:ln w="0">
            <a:noFill/>
            <a:prstDash val="solid"/>
            <a:round/>
            <a:headEnd/>
            <a:tailEnd/>
          </a:ln>
        </p:spPr>
      </p:sp>
      <p:sp>
        <p:nvSpPr>
          <p:cNvPr id="2" name="Title 1"/>
          <p:cNvSpPr>
            <a:spLocks noGrp="1"/>
          </p:cNvSpPr>
          <p:nvPr>
            <p:ph type="ctrTitle"/>
          </p:nvPr>
        </p:nvSpPr>
        <p:spPr>
          <a:xfrm>
            <a:off x="1088913" y="1143293"/>
            <a:ext cx="7034362" cy="4268965"/>
          </a:xfrm>
        </p:spPr>
        <p:txBody>
          <a:bodyPr anchor="t">
            <a:normAutofit/>
          </a:bodyPr>
          <a:lstStyle>
            <a:lvl1pPr algn="l">
              <a:lnSpc>
                <a:spcPct val="85000"/>
              </a:lnSpc>
              <a:defRPr sz="7700" cap="all" baseline="0">
                <a:solidFill>
                  <a:schemeClr val="tx2"/>
                </a:solidFill>
              </a:defRPr>
            </a:lvl1pPr>
          </a:lstStyle>
          <a:p>
            <a:r>
              <a:rPr lang="en-US"/>
              <a:t>Click to edit Master title style</a:t>
            </a:r>
            <a:endParaRPr lang="en-US" dirty="0"/>
          </a:p>
        </p:txBody>
      </p:sp>
      <p:sp>
        <p:nvSpPr>
          <p:cNvPr id="3" name="Subtitle 2"/>
          <p:cNvSpPr>
            <a:spLocks noGrp="1"/>
          </p:cNvSpPr>
          <p:nvPr>
            <p:ph type="subTitle" idx="1"/>
          </p:nvPr>
        </p:nvSpPr>
        <p:spPr>
          <a:xfrm>
            <a:off x="1088914" y="5537925"/>
            <a:ext cx="7034362" cy="706355"/>
          </a:xfrm>
        </p:spPr>
        <p:txBody>
          <a:bodyPr>
            <a:normAutofit/>
          </a:bodyPr>
          <a:lstStyle>
            <a:lvl1pPr marL="0" indent="0" algn="l">
              <a:lnSpc>
                <a:spcPct val="114000"/>
              </a:lnSpc>
              <a:spcBef>
                <a:spcPts val="0"/>
              </a:spcBef>
              <a:buNone/>
              <a:defRPr sz="2000" b="0" i="1" baseline="0">
                <a:solidFill>
                  <a:schemeClr val="tx2"/>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sp>
        <p:nvSpPr>
          <p:cNvPr id="4" name="Date Placeholder 3"/>
          <p:cNvSpPr>
            <a:spLocks noGrp="1"/>
          </p:cNvSpPr>
          <p:nvPr>
            <p:ph type="dt" sz="half" idx="10"/>
          </p:nvPr>
        </p:nvSpPr>
        <p:spPr>
          <a:xfrm>
            <a:off x="1088913" y="6314440"/>
            <a:ext cx="1596622" cy="365125"/>
          </a:xfrm>
        </p:spPr>
        <p:txBody>
          <a:bodyPr/>
          <a:lstStyle>
            <a:lvl1pPr algn="l">
              <a:defRPr sz="1200">
                <a:solidFill>
                  <a:schemeClr val="tx2"/>
                </a:solidFill>
              </a:defRPr>
            </a:lvl1pPr>
          </a:lstStyle>
          <a:p>
            <a:fld id="{6FF4C0AC-8F00-4C36-BECA-59F9CAB32155}" type="datetimeFigureOut">
              <a:rPr lang="en-AU" smtClean="0"/>
              <a:t>12/11/2025</a:t>
            </a:fld>
            <a:endParaRPr lang="en-AU"/>
          </a:p>
        </p:txBody>
      </p:sp>
      <p:sp>
        <p:nvSpPr>
          <p:cNvPr id="5" name="Footer Placeholder 4"/>
          <p:cNvSpPr>
            <a:spLocks noGrp="1"/>
          </p:cNvSpPr>
          <p:nvPr>
            <p:ph type="ftr" sz="quarter" idx="11"/>
          </p:nvPr>
        </p:nvSpPr>
        <p:spPr>
          <a:xfrm>
            <a:off x="3000591" y="6314440"/>
            <a:ext cx="5122683" cy="365125"/>
          </a:xfrm>
        </p:spPr>
        <p:txBody>
          <a:bodyPr/>
          <a:lstStyle>
            <a:lvl1pPr algn="l">
              <a:defRPr b="0">
                <a:solidFill>
                  <a:schemeClr val="tx2"/>
                </a:solidFill>
              </a:defRPr>
            </a:lvl1pPr>
          </a:lstStyle>
          <a:p>
            <a:endParaRPr lang="en-AU"/>
          </a:p>
        </p:txBody>
      </p:sp>
      <p:sp>
        <p:nvSpPr>
          <p:cNvPr id="6" name="Slide Number Placeholder 5"/>
          <p:cNvSpPr>
            <a:spLocks noGrp="1"/>
          </p:cNvSpPr>
          <p:nvPr>
            <p:ph type="sldNum" sz="quarter" idx="12"/>
          </p:nvPr>
        </p:nvSpPr>
        <p:spPr>
          <a:xfrm>
            <a:off x="11784011" y="1416216"/>
            <a:ext cx="407988" cy="365125"/>
          </a:xfrm>
        </p:spPr>
        <p:txBody>
          <a:bodyPr/>
          <a:lstStyle>
            <a:lvl1pPr algn="r">
              <a:defRPr>
                <a:solidFill>
                  <a:schemeClr val="accent1"/>
                </a:solidFill>
              </a:defRPr>
            </a:lvl1pPr>
          </a:lstStyle>
          <a:p>
            <a:fld id="{FA146F22-928D-4C3B-8A28-BBB0702861D3}" type="slidenum">
              <a:rPr lang="en-AU" smtClean="0"/>
              <a:t>‹#›</a:t>
            </a:fld>
            <a:endParaRPr lang="en-AU"/>
          </a:p>
        </p:txBody>
      </p:sp>
      <p:cxnSp>
        <p:nvCxnSpPr>
          <p:cNvPr id="9" name="Straight Connector 8" title="Verticle Rule Line"/>
          <p:cNvCxnSpPr/>
          <p:nvPr/>
        </p:nvCxnSpPr>
        <p:spPr>
          <a:xfrm>
            <a:off x="773855" y="1257300"/>
            <a:ext cx="0" cy="5600700"/>
          </a:xfrm>
          <a:prstGeom prst="line">
            <a:avLst/>
          </a:prstGeom>
          <a:ln w="25400">
            <a:solidFill>
              <a:schemeClr val="tx2"/>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088143069"/>
      </p:ext>
    </p:extLst>
  </p:cSld>
  <p:clrMapOvr>
    <a:overrideClrMapping bg1="dk1" tx1="lt1" bg2="dk2" tx2="lt2" accent1="accent1" accent2="accent2" accent3="accent3" accent4="accent4" accent5="accent5" accent6="accent6" hlink="hlink" folHlink="folHlink"/>
  </p:clrMapOvr>
  <p:extLst>
    <p:ext uri="{DCECCB84-F9BA-43D5-87BE-67443E8EF086}">
      <p15:sldGuideLst xmlns:p15="http://schemas.microsoft.com/office/powerpoint/2012/main">
        <p15:guide id="1" orient="horz" pos="792">
          <p15:clr>
            <a:srgbClr val="FBAE40"/>
          </p15:clr>
        </p15:guide>
      </p15:sldGuideLst>
    </p:ext>
  </p:extLst>
</p:sldLayout>
</file>

<file path=ppt/slideLayouts/slideLayout13.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6FF4C0AC-8F00-4C36-BECA-59F9CAB32155}" type="datetimeFigureOut">
              <a:rPr lang="en-AU" smtClean="0"/>
              <a:t>12/11/2025</a:t>
            </a:fld>
            <a:endParaRPr lang="en-AU"/>
          </a:p>
        </p:txBody>
      </p:sp>
      <p:sp>
        <p:nvSpPr>
          <p:cNvPr id="5" name="Footer Placeholder 4"/>
          <p:cNvSpPr>
            <a:spLocks noGrp="1"/>
          </p:cNvSpPr>
          <p:nvPr>
            <p:ph type="ftr" sz="quarter" idx="11"/>
          </p:nvPr>
        </p:nvSpPr>
        <p:spPr/>
        <p:txBody>
          <a:bodyPr/>
          <a:lstStyle/>
          <a:p>
            <a:endParaRPr lang="en-AU"/>
          </a:p>
        </p:txBody>
      </p:sp>
      <p:sp>
        <p:nvSpPr>
          <p:cNvPr id="6" name="Slide Number Placeholder 5"/>
          <p:cNvSpPr>
            <a:spLocks noGrp="1"/>
          </p:cNvSpPr>
          <p:nvPr>
            <p:ph type="sldNum" sz="quarter" idx="12"/>
          </p:nvPr>
        </p:nvSpPr>
        <p:spPr/>
        <p:txBody>
          <a:bodyPr/>
          <a:lstStyle/>
          <a:p>
            <a:fld id="{FA146F22-928D-4C3B-8A28-BBB0702861D3}" type="slidenum">
              <a:rPr lang="en-AU" smtClean="0"/>
              <a:t>‹#›</a:t>
            </a:fld>
            <a:endParaRPr lang="en-AU"/>
          </a:p>
        </p:txBody>
      </p:sp>
    </p:spTree>
    <p:extLst>
      <p:ext uri="{BB962C8B-B14F-4D97-AF65-F5344CB8AC3E}">
        <p14:creationId xmlns:p14="http://schemas.microsoft.com/office/powerpoint/2010/main" val="1290208993"/>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showMasterSp="0" type="secHead" preserve="1">
  <p:cSld name="Section Header">
    <p:bg>
      <p:bgPr>
        <a:solidFill>
          <a:schemeClr val="bg2"/>
        </a:solidFill>
        <a:effectLst/>
      </p:bgPr>
    </p:bg>
    <p:spTree>
      <p:nvGrpSpPr>
        <p:cNvPr id="1" name=""/>
        <p:cNvGrpSpPr/>
        <p:nvPr/>
      </p:nvGrpSpPr>
      <p:grpSpPr>
        <a:xfrm>
          <a:off x="0" y="0"/>
          <a:ext cx="0" cy="0"/>
          <a:chOff x="0" y="0"/>
          <a:chExt cx="0" cy="0"/>
        </a:xfrm>
      </p:grpSpPr>
      <p:sp>
        <p:nvSpPr>
          <p:cNvPr id="7" name="Freeform 6" title="Page Number Shape"/>
          <p:cNvSpPr/>
          <p:nvPr/>
        </p:nvSpPr>
        <p:spPr bwMode="auto">
          <a:xfrm>
            <a:off x="11784011" y="1393748"/>
            <a:ext cx="407988" cy="819150"/>
          </a:xfrm>
          <a:custGeom>
            <a:avLst/>
            <a:gdLst/>
            <a:ahLst/>
            <a:cxnLst/>
            <a:rect l="0" t="0" r="r" b="b"/>
            <a:pathLst>
              <a:path w="1799" h="3612">
                <a:moveTo>
                  <a:pt x="1799" y="0"/>
                </a:moveTo>
                <a:lnTo>
                  <a:pt x="1799" y="3612"/>
                </a:lnTo>
                <a:lnTo>
                  <a:pt x="1686" y="3609"/>
                </a:lnTo>
                <a:lnTo>
                  <a:pt x="1574" y="3598"/>
                </a:lnTo>
                <a:lnTo>
                  <a:pt x="1464" y="3581"/>
                </a:lnTo>
                <a:lnTo>
                  <a:pt x="1357" y="3557"/>
                </a:lnTo>
                <a:lnTo>
                  <a:pt x="1251" y="3527"/>
                </a:lnTo>
                <a:lnTo>
                  <a:pt x="1150" y="3490"/>
                </a:lnTo>
                <a:lnTo>
                  <a:pt x="1050" y="3448"/>
                </a:lnTo>
                <a:lnTo>
                  <a:pt x="953" y="3401"/>
                </a:lnTo>
                <a:lnTo>
                  <a:pt x="860" y="3347"/>
                </a:lnTo>
                <a:lnTo>
                  <a:pt x="771" y="3289"/>
                </a:lnTo>
                <a:lnTo>
                  <a:pt x="686" y="3224"/>
                </a:lnTo>
                <a:lnTo>
                  <a:pt x="604" y="3156"/>
                </a:lnTo>
                <a:lnTo>
                  <a:pt x="527" y="3083"/>
                </a:lnTo>
                <a:lnTo>
                  <a:pt x="454" y="3005"/>
                </a:lnTo>
                <a:lnTo>
                  <a:pt x="386" y="2923"/>
                </a:lnTo>
                <a:lnTo>
                  <a:pt x="323" y="2838"/>
                </a:lnTo>
                <a:lnTo>
                  <a:pt x="265" y="2748"/>
                </a:lnTo>
                <a:lnTo>
                  <a:pt x="211" y="2655"/>
                </a:lnTo>
                <a:lnTo>
                  <a:pt x="163" y="2559"/>
                </a:lnTo>
                <a:lnTo>
                  <a:pt x="121" y="2459"/>
                </a:lnTo>
                <a:lnTo>
                  <a:pt x="85" y="2356"/>
                </a:lnTo>
                <a:lnTo>
                  <a:pt x="55" y="2251"/>
                </a:lnTo>
                <a:lnTo>
                  <a:pt x="32" y="2143"/>
                </a:lnTo>
                <a:lnTo>
                  <a:pt x="14" y="2033"/>
                </a:lnTo>
                <a:lnTo>
                  <a:pt x="4" y="1920"/>
                </a:lnTo>
                <a:lnTo>
                  <a:pt x="0" y="1806"/>
                </a:lnTo>
                <a:lnTo>
                  <a:pt x="4" y="1692"/>
                </a:lnTo>
                <a:lnTo>
                  <a:pt x="14" y="1580"/>
                </a:lnTo>
                <a:lnTo>
                  <a:pt x="32" y="1469"/>
                </a:lnTo>
                <a:lnTo>
                  <a:pt x="55" y="1362"/>
                </a:lnTo>
                <a:lnTo>
                  <a:pt x="85" y="1256"/>
                </a:lnTo>
                <a:lnTo>
                  <a:pt x="121" y="1154"/>
                </a:lnTo>
                <a:lnTo>
                  <a:pt x="163" y="1054"/>
                </a:lnTo>
                <a:lnTo>
                  <a:pt x="211" y="958"/>
                </a:lnTo>
                <a:lnTo>
                  <a:pt x="265" y="864"/>
                </a:lnTo>
                <a:lnTo>
                  <a:pt x="323" y="774"/>
                </a:lnTo>
                <a:lnTo>
                  <a:pt x="386" y="689"/>
                </a:lnTo>
                <a:lnTo>
                  <a:pt x="454" y="607"/>
                </a:lnTo>
                <a:lnTo>
                  <a:pt x="527" y="529"/>
                </a:lnTo>
                <a:lnTo>
                  <a:pt x="604" y="456"/>
                </a:lnTo>
                <a:lnTo>
                  <a:pt x="686" y="388"/>
                </a:lnTo>
                <a:lnTo>
                  <a:pt x="771" y="325"/>
                </a:lnTo>
                <a:lnTo>
                  <a:pt x="860" y="266"/>
                </a:lnTo>
                <a:lnTo>
                  <a:pt x="953" y="212"/>
                </a:lnTo>
                <a:lnTo>
                  <a:pt x="1050" y="164"/>
                </a:lnTo>
                <a:lnTo>
                  <a:pt x="1150" y="122"/>
                </a:lnTo>
                <a:lnTo>
                  <a:pt x="1251" y="85"/>
                </a:lnTo>
                <a:lnTo>
                  <a:pt x="1357" y="55"/>
                </a:lnTo>
                <a:lnTo>
                  <a:pt x="1464" y="32"/>
                </a:lnTo>
                <a:lnTo>
                  <a:pt x="1574" y="14"/>
                </a:lnTo>
                <a:lnTo>
                  <a:pt x="1686" y="5"/>
                </a:lnTo>
                <a:lnTo>
                  <a:pt x="1799" y="0"/>
                </a:lnTo>
                <a:close/>
              </a:path>
            </a:pathLst>
          </a:custGeom>
          <a:solidFill>
            <a:schemeClr val="accent1"/>
          </a:solidFill>
          <a:ln w="0">
            <a:noFill/>
            <a:prstDash val="solid"/>
            <a:round/>
            <a:headEnd/>
            <a:tailEnd/>
          </a:ln>
        </p:spPr>
        <p:txBody>
          <a:bodyPr/>
          <a:lstStyle/>
          <a:p>
            <a:endParaRPr lang="en-AU"/>
          </a:p>
        </p:txBody>
      </p:sp>
      <p:sp>
        <p:nvSpPr>
          <p:cNvPr id="2" name="Title 1"/>
          <p:cNvSpPr>
            <a:spLocks noGrp="1"/>
          </p:cNvSpPr>
          <p:nvPr>
            <p:ph type="title"/>
          </p:nvPr>
        </p:nvSpPr>
        <p:spPr>
          <a:xfrm>
            <a:off x="1947673" y="2571722"/>
            <a:ext cx="8296654" cy="3286153"/>
          </a:xfrm>
        </p:spPr>
        <p:txBody>
          <a:bodyPr anchor="t">
            <a:normAutofit/>
          </a:bodyPr>
          <a:lstStyle>
            <a:lvl1pPr>
              <a:lnSpc>
                <a:spcPct val="85000"/>
              </a:lnSpc>
              <a:defRPr sz="7700" cap="all" baseline="0">
                <a:solidFill>
                  <a:schemeClr val="accent1"/>
                </a:solidFill>
              </a:defRPr>
            </a:lvl1pPr>
          </a:lstStyle>
          <a:p>
            <a:r>
              <a:rPr lang="en-US"/>
              <a:t>Click to edit Master title style</a:t>
            </a:r>
            <a:endParaRPr lang="en-US" dirty="0"/>
          </a:p>
        </p:txBody>
      </p:sp>
      <p:sp>
        <p:nvSpPr>
          <p:cNvPr id="3" name="Text Placeholder 2"/>
          <p:cNvSpPr>
            <a:spLocks noGrp="1"/>
          </p:cNvSpPr>
          <p:nvPr>
            <p:ph type="body" idx="1"/>
          </p:nvPr>
        </p:nvSpPr>
        <p:spPr>
          <a:xfrm>
            <a:off x="1947673" y="1393748"/>
            <a:ext cx="8401429" cy="819150"/>
          </a:xfrm>
        </p:spPr>
        <p:txBody>
          <a:bodyPr anchor="ctr">
            <a:normAutofit/>
          </a:bodyPr>
          <a:lstStyle>
            <a:lvl1pPr marL="0" indent="0" algn="r">
              <a:lnSpc>
                <a:spcPct val="113000"/>
              </a:lnSpc>
              <a:spcBef>
                <a:spcPts val="0"/>
              </a:spcBef>
              <a:buNone/>
              <a:defRPr sz="2000" b="0" i="1" baseline="0">
                <a:solidFill>
                  <a:schemeClr val="accent1"/>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Edit Master text styles</a:t>
            </a:r>
          </a:p>
        </p:txBody>
      </p:sp>
      <p:sp>
        <p:nvSpPr>
          <p:cNvPr id="4" name="Date Placeholder 3"/>
          <p:cNvSpPr>
            <a:spLocks noGrp="1"/>
          </p:cNvSpPr>
          <p:nvPr>
            <p:ph type="dt" sz="half" idx="10"/>
          </p:nvPr>
        </p:nvSpPr>
        <p:spPr>
          <a:xfrm>
            <a:off x="8742955" y="6314439"/>
            <a:ext cx="1596622" cy="365125"/>
          </a:xfrm>
        </p:spPr>
        <p:txBody>
          <a:bodyPr/>
          <a:lstStyle>
            <a:lvl1pPr>
              <a:defRPr sz="1200">
                <a:solidFill>
                  <a:schemeClr val="accent1"/>
                </a:solidFill>
              </a:defRPr>
            </a:lvl1pPr>
          </a:lstStyle>
          <a:p>
            <a:fld id="{6FF4C0AC-8F00-4C36-BECA-59F9CAB32155}" type="datetimeFigureOut">
              <a:rPr lang="en-AU" smtClean="0"/>
              <a:t>12/11/2025</a:t>
            </a:fld>
            <a:endParaRPr lang="en-AU"/>
          </a:p>
        </p:txBody>
      </p:sp>
      <p:sp>
        <p:nvSpPr>
          <p:cNvPr id="5" name="Footer Placeholder 4"/>
          <p:cNvSpPr>
            <a:spLocks noGrp="1"/>
          </p:cNvSpPr>
          <p:nvPr>
            <p:ph type="ftr" sz="quarter" idx="11"/>
          </p:nvPr>
        </p:nvSpPr>
        <p:spPr>
          <a:xfrm>
            <a:off x="1947673" y="6314440"/>
            <a:ext cx="6480226" cy="365125"/>
          </a:xfrm>
        </p:spPr>
        <p:txBody>
          <a:bodyPr/>
          <a:lstStyle>
            <a:lvl1pPr>
              <a:defRPr b="0">
                <a:solidFill>
                  <a:schemeClr val="accent1"/>
                </a:solidFill>
              </a:defRPr>
            </a:lvl1pPr>
          </a:lstStyle>
          <a:p>
            <a:endParaRPr lang="en-AU"/>
          </a:p>
        </p:txBody>
      </p:sp>
      <p:sp>
        <p:nvSpPr>
          <p:cNvPr id="6" name="Slide Number Placeholder 5"/>
          <p:cNvSpPr>
            <a:spLocks noGrp="1"/>
          </p:cNvSpPr>
          <p:nvPr>
            <p:ph type="sldNum" sz="quarter" idx="12"/>
          </p:nvPr>
        </p:nvSpPr>
        <p:spPr>
          <a:xfrm>
            <a:off x="11784011" y="1620760"/>
            <a:ext cx="407988" cy="365125"/>
          </a:xfrm>
        </p:spPr>
        <p:txBody>
          <a:bodyPr/>
          <a:lstStyle>
            <a:lvl1pPr>
              <a:defRPr>
                <a:solidFill>
                  <a:schemeClr val="bg2"/>
                </a:solidFill>
              </a:defRPr>
            </a:lvl1pPr>
          </a:lstStyle>
          <a:p>
            <a:fld id="{FA146F22-928D-4C3B-8A28-BBB0702861D3}" type="slidenum">
              <a:rPr lang="en-AU" smtClean="0"/>
              <a:t>‹#›</a:t>
            </a:fld>
            <a:endParaRPr lang="en-AU"/>
          </a:p>
        </p:txBody>
      </p:sp>
      <p:cxnSp>
        <p:nvCxnSpPr>
          <p:cNvPr id="10" name="Straight Connector 9" title="Horizontal Rule Line"/>
          <p:cNvCxnSpPr/>
          <p:nvPr/>
        </p:nvCxnSpPr>
        <p:spPr>
          <a:xfrm flipH="1">
            <a:off x="1" y="6178167"/>
            <a:ext cx="10244326" cy="0"/>
          </a:xfrm>
          <a:prstGeom prst="line">
            <a:avLst/>
          </a:prstGeom>
          <a:ln w="25400">
            <a:solidFill>
              <a:schemeClr val="accent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41389599"/>
      </p:ext>
    </p:extLst>
  </p:cSld>
  <p:clrMapOvr>
    <a:masterClrMapping/>
  </p:clrMapOvr>
  <p:extLst>
    <p:ext uri="{DCECCB84-F9BA-43D5-87BE-67443E8EF086}">
      <p15:sldGuideLst xmlns:p15="http://schemas.microsoft.com/office/powerpoint/2012/main">
        <p15:guide id="1" pos="6456">
          <p15:clr>
            <a:srgbClr val="FBAE40"/>
          </p15:clr>
        </p15:guide>
      </p15:sldGuideLst>
    </p:ext>
  </p:extLst>
</p:sldLayout>
</file>

<file path=ppt/slideLayouts/slideLayout15.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5181600" y="540628"/>
            <a:ext cx="6248400" cy="2488946"/>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5181600" y="3712467"/>
            <a:ext cx="6248400" cy="248222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6FF4C0AC-8F00-4C36-BECA-59F9CAB32155}" type="datetimeFigureOut">
              <a:rPr lang="en-AU" smtClean="0"/>
              <a:t>12/11/2025</a:t>
            </a:fld>
            <a:endParaRPr lang="en-AU"/>
          </a:p>
        </p:txBody>
      </p:sp>
      <p:sp>
        <p:nvSpPr>
          <p:cNvPr id="6" name="Footer Placeholder 5"/>
          <p:cNvSpPr>
            <a:spLocks noGrp="1"/>
          </p:cNvSpPr>
          <p:nvPr>
            <p:ph type="ftr" sz="quarter" idx="11"/>
          </p:nvPr>
        </p:nvSpPr>
        <p:spPr/>
        <p:txBody>
          <a:bodyPr/>
          <a:lstStyle/>
          <a:p>
            <a:endParaRPr lang="en-AU"/>
          </a:p>
        </p:txBody>
      </p:sp>
      <p:sp>
        <p:nvSpPr>
          <p:cNvPr id="7" name="Slide Number Placeholder 6"/>
          <p:cNvSpPr>
            <a:spLocks noGrp="1"/>
          </p:cNvSpPr>
          <p:nvPr>
            <p:ph type="sldNum" sz="quarter" idx="12"/>
          </p:nvPr>
        </p:nvSpPr>
        <p:spPr/>
        <p:txBody>
          <a:bodyPr/>
          <a:lstStyle/>
          <a:p>
            <a:fld id="{FA146F22-928D-4C3B-8A28-BBB0702861D3}" type="slidenum">
              <a:rPr lang="en-AU" smtClean="0"/>
              <a:t>‹#›</a:t>
            </a:fld>
            <a:endParaRPr lang="en-AU"/>
          </a:p>
        </p:txBody>
      </p:sp>
    </p:spTree>
    <p:extLst>
      <p:ext uri="{BB962C8B-B14F-4D97-AF65-F5344CB8AC3E}">
        <p14:creationId xmlns:p14="http://schemas.microsoft.com/office/powerpoint/2010/main" val="891227988"/>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762000" y="557784"/>
            <a:ext cx="3831336" cy="4956048"/>
          </a:xfrm>
        </p:spPr>
        <p:txBody>
          <a:bodyPr/>
          <a:lstStyle/>
          <a:p>
            <a:r>
              <a:rPr lang="en-US"/>
              <a:t>Click to edit Master title style</a:t>
            </a:r>
            <a:endParaRPr lang="en-US" dirty="0"/>
          </a:p>
        </p:txBody>
      </p:sp>
      <p:sp>
        <p:nvSpPr>
          <p:cNvPr id="3" name="Text Placeholder 2"/>
          <p:cNvSpPr>
            <a:spLocks noGrp="1"/>
          </p:cNvSpPr>
          <p:nvPr>
            <p:ph type="body" idx="1"/>
          </p:nvPr>
        </p:nvSpPr>
        <p:spPr>
          <a:xfrm>
            <a:off x="5181600" y="558065"/>
            <a:ext cx="6245352" cy="914400"/>
          </a:xfrm>
        </p:spPr>
        <p:txBody>
          <a:bodyPr anchor="b">
            <a:normAutofit/>
          </a:bodyPr>
          <a:lstStyle>
            <a:lvl1pPr marL="0" indent="0">
              <a:lnSpc>
                <a:spcPct val="113000"/>
              </a:lnSpc>
              <a:spcBef>
                <a:spcPts val="0"/>
              </a:spcBef>
              <a:buNone/>
              <a:defRPr sz="2400" b="0" i="1" baseline="0">
                <a:solidFill>
                  <a:schemeClr val="tx1">
                    <a:lumMod val="85000"/>
                    <a:lumOff val="15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4" name="Content Placeholder 3"/>
          <p:cNvSpPr>
            <a:spLocks noGrp="1"/>
          </p:cNvSpPr>
          <p:nvPr>
            <p:ph sz="half" idx="2"/>
          </p:nvPr>
        </p:nvSpPr>
        <p:spPr>
          <a:xfrm>
            <a:off x="5181600" y="1526671"/>
            <a:ext cx="6245352" cy="175564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5181600" y="3700826"/>
            <a:ext cx="6248400" cy="914400"/>
          </a:xfrm>
        </p:spPr>
        <p:txBody>
          <a:bodyPr anchor="b">
            <a:normAutofit/>
          </a:bodyPr>
          <a:lstStyle>
            <a:lvl1pPr marL="0" indent="0">
              <a:buNone/>
              <a:defRPr sz="2400" b="0" i="1" baseline="0">
                <a:solidFill>
                  <a:schemeClr val="tx1">
                    <a:lumMod val="85000"/>
                    <a:lumOff val="15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6" name="Content Placeholder 5"/>
          <p:cNvSpPr>
            <a:spLocks noGrp="1"/>
          </p:cNvSpPr>
          <p:nvPr>
            <p:ph sz="quarter" idx="4"/>
          </p:nvPr>
        </p:nvSpPr>
        <p:spPr>
          <a:xfrm>
            <a:off x="5181600" y="4669432"/>
            <a:ext cx="6245352" cy="175564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6FF4C0AC-8F00-4C36-BECA-59F9CAB32155}" type="datetimeFigureOut">
              <a:rPr lang="en-AU" smtClean="0"/>
              <a:t>12/11/2025</a:t>
            </a:fld>
            <a:endParaRPr lang="en-AU"/>
          </a:p>
        </p:txBody>
      </p:sp>
      <p:sp>
        <p:nvSpPr>
          <p:cNvPr id="8" name="Footer Placeholder 7"/>
          <p:cNvSpPr>
            <a:spLocks noGrp="1"/>
          </p:cNvSpPr>
          <p:nvPr>
            <p:ph type="ftr" sz="quarter" idx="11"/>
          </p:nvPr>
        </p:nvSpPr>
        <p:spPr/>
        <p:txBody>
          <a:bodyPr/>
          <a:lstStyle/>
          <a:p>
            <a:endParaRPr lang="en-AU"/>
          </a:p>
        </p:txBody>
      </p:sp>
      <p:sp>
        <p:nvSpPr>
          <p:cNvPr id="9" name="Slide Number Placeholder 8"/>
          <p:cNvSpPr>
            <a:spLocks noGrp="1"/>
          </p:cNvSpPr>
          <p:nvPr>
            <p:ph type="sldNum" sz="quarter" idx="12"/>
          </p:nvPr>
        </p:nvSpPr>
        <p:spPr/>
        <p:txBody>
          <a:bodyPr/>
          <a:lstStyle/>
          <a:p>
            <a:fld id="{FA146F22-928D-4C3B-8A28-BBB0702861D3}" type="slidenum">
              <a:rPr lang="en-AU" smtClean="0"/>
              <a:t>‹#›</a:t>
            </a:fld>
            <a:endParaRPr lang="en-AU"/>
          </a:p>
        </p:txBody>
      </p:sp>
    </p:spTree>
    <p:extLst>
      <p:ext uri="{BB962C8B-B14F-4D97-AF65-F5344CB8AC3E}">
        <p14:creationId xmlns:p14="http://schemas.microsoft.com/office/powerpoint/2010/main" val="436364288"/>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6FF4C0AC-8F00-4C36-BECA-59F9CAB32155}" type="datetimeFigureOut">
              <a:rPr lang="en-AU" smtClean="0"/>
              <a:t>12/11/2025</a:t>
            </a:fld>
            <a:endParaRPr lang="en-AU"/>
          </a:p>
        </p:txBody>
      </p:sp>
      <p:sp>
        <p:nvSpPr>
          <p:cNvPr id="4" name="Footer Placeholder 3"/>
          <p:cNvSpPr>
            <a:spLocks noGrp="1"/>
          </p:cNvSpPr>
          <p:nvPr>
            <p:ph type="ftr" sz="quarter" idx="11"/>
          </p:nvPr>
        </p:nvSpPr>
        <p:spPr/>
        <p:txBody>
          <a:bodyPr/>
          <a:lstStyle/>
          <a:p>
            <a:endParaRPr lang="en-AU"/>
          </a:p>
        </p:txBody>
      </p:sp>
      <p:sp>
        <p:nvSpPr>
          <p:cNvPr id="5" name="Slide Number Placeholder 4"/>
          <p:cNvSpPr>
            <a:spLocks noGrp="1"/>
          </p:cNvSpPr>
          <p:nvPr>
            <p:ph type="sldNum" sz="quarter" idx="12"/>
          </p:nvPr>
        </p:nvSpPr>
        <p:spPr/>
        <p:txBody>
          <a:bodyPr/>
          <a:lstStyle/>
          <a:p>
            <a:fld id="{FA146F22-928D-4C3B-8A28-BBB0702861D3}" type="slidenum">
              <a:rPr lang="en-AU" smtClean="0"/>
              <a:t>‹#›</a:t>
            </a:fld>
            <a:endParaRPr lang="en-AU"/>
          </a:p>
        </p:txBody>
      </p:sp>
    </p:spTree>
    <p:extLst>
      <p:ext uri="{BB962C8B-B14F-4D97-AF65-F5344CB8AC3E}">
        <p14:creationId xmlns:p14="http://schemas.microsoft.com/office/powerpoint/2010/main" val="680042784"/>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6FF4C0AC-8F00-4C36-BECA-59F9CAB32155}" type="datetimeFigureOut">
              <a:rPr lang="en-AU" smtClean="0"/>
              <a:t>12/11/2025</a:t>
            </a:fld>
            <a:endParaRPr lang="en-AU"/>
          </a:p>
        </p:txBody>
      </p:sp>
      <p:sp>
        <p:nvSpPr>
          <p:cNvPr id="3" name="Footer Placeholder 2"/>
          <p:cNvSpPr>
            <a:spLocks noGrp="1"/>
          </p:cNvSpPr>
          <p:nvPr>
            <p:ph type="ftr" sz="quarter" idx="11"/>
          </p:nvPr>
        </p:nvSpPr>
        <p:spPr/>
        <p:txBody>
          <a:bodyPr/>
          <a:lstStyle/>
          <a:p>
            <a:endParaRPr lang="en-AU"/>
          </a:p>
        </p:txBody>
      </p:sp>
      <p:sp>
        <p:nvSpPr>
          <p:cNvPr id="4" name="Slide Number Placeholder 3"/>
          <p:cNvSpPr>
            <a:spLocks noGrp="1"/>
          </p:cNvSpPr>
          <p:nvPr>
            <p:ph type="sldNum" sz="quarter" idx="12"/>
          </p:nvPr>
        </p:nvSpPr>
        <p:spPr/>
        <p:txBody>
          <a:bodyPr/>
          <a:lstStyle/>
          <a:p>
            <a:fld id="{FA146F22-928D-4C3B-8A28-BBB0702861D3}" type="slidenum">
              <a:rPr lang="en-AU" smtClean="0"/>
              <a:t>‹#›</a:t>
            </a:fld>
            <a:endParaRPr lang="en-AU"/>
          </a:p>
        </p:txBody>
      </p:sp>
    </p:spTree>
    <p:extLst>
      <p:ext uri="{BB962C8B-B14F-4D97-AF65-F5344CB8AC3E}">
        <p14:creationId xmlns:p14="http://schemas.microsoft.com/office/powerpoint/2010/main" val="1315642860"/>
      </p:ext>
    </p:extLst>
  </p:cSld>
  <p:clrMapOvr>
    <a:masterClrMapping/>
  </p:clrMapOvr>
  <p:extLst>
    <p:ext uri="{DCECCB84-F9BA-43D5-87BE-67443E8EF086}">
      <p15:sldGuideLst xmlns:p15="http://schemas.microsoft.com/office/powerpoint/2012/main"/>
    </p:ext>
  </p:extLst>
</p:sldLayout>
</file>

<file path=ppt/slideLayouts/slideLayout19.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762000" y="555479"/>
            <a:ext cx="3838776" cy="1921022"/>
          </a:xfrm>
        </p:spPr>
        <p:txBody>
          <a:bodyPr anchor="t">
            <a:noAutofit/>
          </a:bodyPr>
          <a:lstStyle>
            <a:lvl1pPr>
              <a:lnSpc>
                <a:spcPct val="93000"/>
              </a:lnSpc>
              <a:defRPr sz="4000"/>
            </a:lvl1pPr>
          </a:lstStyle>
          <a:p>
            <a:r>
              <a:rPr lang="en-US"/>
              <a:t>Click to edit Master title style</a:t>
            </a:r>
            <a:endParaRPr lang="en-US" dirty="0"/>
          </a:p>
        </p:txBody>
      </p:sp>
      <p:sp>
        <p:nvSpPr>
          <p:cNvPr id="3" name="Content Placeholder 2"/>
          <p:cNvSpPr>
            <a:spLocks noGrp="1"/>
          </p:cNvSpPr>
          <p:nvPr>
            <p:ph idx="1"/>
          </p:nvPr>
        </p:nvSpPr>
        <p:spPr>
          <a:xfrm>
            <a:off x="5181600" y="564147"/>
            <a:ext cx="6248400" cy="5622644"/>
          </a:xfrm>
        </p:spPr>
        <p:txBody>
          <a:bodyPr/>
          <a:lstStyle>
            <a:lvl1pPr>
              <a:lnSpc>
                <a:spcPct val="112000"/>
              </a:lnSpc>
              <a:defRPr sz="2000"/>
            </a:lvl1pPr>
            <a:lvl2pPr>
              <a:lnSpc>
                <a:spcPct val="112000"/>
              </a:lnSpc>
              <a:defRPr sz="1800"/>
            </a:lvl2pPr>
            <a:lvl3pPr>
              <a:lnSpc>
                <a:spcPct val="112000"/>
              </a:lnSpc>
              <a:defRPr sz="1600"/>
            </a:lvl3pPr>
            <a:lvl4pPr>
              <a:lnSpc>
                <a:spcPct val="112000"/>
              </a:lnSpc>
              <a:defRPr sz="1400"/>
            </a:lvl4pPr>
            <a:lvl5pPr>
              <a:lnSpc>
                <a:spcPct val="112000"/>
              </a:lnSpc>
              <a:defRPr sz="1400"/>
            </a:lvl5pPr>
            <a:lvl6pPr>
              <a:defRPr sz="1400"/>
            </a:lvl6pPr>
            <a:lvl7pPr>
              <a:defRPr sz="1400"/>
            </a:lvl7pPr>
            <a:lvl8pPr>
              <a:defRPr sz="1400"/>
            </a:lvl8pPr>
            <a:lvl9pPr>
              <a:defRPr sz="1400"/>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762000" y="2621512"/>
            <a:ext cx="3838776" cy="3239537"/>
          </a:xfrm>
        </p:spPr>
        <p:txBody>
          <a:bodyPr/>
          <a:lstStyle>
            <a:lvl1pPr marL="0" indent="0" algn="r">
              <a:lnSpc>
                <a:spcPct val="125000"/>
              </a:lnSpc>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Edit Master text styles</a:t>
            </a:r>
          </a:p>
        </p:txBody>
      </p:sp>
      <p:sp>
        <p:nvSpPr>
          <p:cNvPr id="5" name="Date Placeholder 4"/>
          <p:cNvSpPr>
            <a:spLocks noGrp="1"/>
          </p:cNvSpPr>
          <p:nvPr>
            <p:ph type="dt" sz="half" idx="10"/>
          </p:nvPr>
        </p:nvSpPr>
        <p:spPr/>
        <p:txBody>
          <a:bodyPr/>
          <a:lstStyle/>
          <a:p>
            <a:fld id="{6FF4C0AC-8F00-4C36-BECA-59F9CAB32155}" type="datetimeFigureOut">
              <a:rPr lang="en-AU" smtClean="0"/>
              <a:t>12/11/2025</a:t>
            </a:fld>
            <a:endParaRPr lang="en-AU"/>
          </a:p>
        </p:txBody>
      </p:sp>
      <p:sp>
        <p:nvSpPr>
          <p:cNvPr id="6" name="Footer Placeholder 5"/>
          <p:cNvSpPr>
            <a:spLocks noGrp="1"/>
          </p:cNvSpPr>
          <p:nvPr>
            <p:ph type="ftr" sz="quarter" idx="11"/>
          </p:nvPr>
        </p:nvSpPr>
        <p:spPr/>
        <p:txBody>
          <a:bodyPr/>
          <a:lstStyle/>
          <a:p>
            <a:endParaRPr lang="en-AU"/>
          </a:p>
        </p:txBody>
      </p:sp>
      <p:sp>
        <p:nvSpPr>
          <p:cNvPr id="7" name="Slide Number Placeholder 6"/>
          <p:cNvSpPr>
            <a:spLocks noGrp="1"/>
          </p:cNvSpPr>
          <p:nvPr>
            <p:ph type="sldNum" sz="quarter" idx="12"/>
          </p:nvPr>
        </p:nvSpPr>
        <p:spPr/>
        <p:txBody>
          <a:bodyPr/>
          <a:lstStyle/>
          <a:p>
            <a:fld id="{FA146F22-928D-4C3B-8A28-BBB0702861D3}" type="slidenum">
              <a:rPr lang="en-AU" smtClean="0"/>
              <a:t>‹#›</a:t>
            </a:fld>
            <a:endParaRPr lang="en-AU"/>
          </a:p>
        </p:txBody>
      </p:sp>
    </p:spTree>
    <p:extLst>
      <p:ext uri="{BB962C8B-B14F-4D97-AF65-F5344CB8AC3E}">
        <p14:creationId xmlns:p14="http://schemas.microsoft.com/office/powerpoint/2010/main" val="3467763449"/>
      </p:ext>
    </p:extLst>
  </p:cSld>
  <p:clrMapOvr>
    <a:masterClrMapping/>
  </p:clrMapOvr>
  <p:extLst>
    <p:ext uri="{DCECCB84-F9BA-43D5-87BE-67443E8EF086}">
      <p15:sldGuideLst xmlns:p15="http://schemas.microsoft.com/office/powerpoint/2012/main"/>
    </p:ext>
  </p:extLst>
</p:sldLayout>
</file>

<file path=ppt/slideLayouts/slideLayout20.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758952" y="557261"/>
            <a:ext cx="3840480" cy="1919239"/>
          </a:xfrm>
        </p:spPr>
        <p:txBody>
          <a:bodyPr anchor="t">
            <a:noAutofit/>
          </a:bodyPr>
          <a:lstStyle>
            <a:lvl1pPr>
              <a:lnSpc>
                <a:spcPct val="93000"/>
              </a:lnSpc>
              <a:defRPr sz="4000" baseline="0"/>
            </a:lvl1pPr>
          </a:lstStyle>
          <a:p>
            <a:r>
              <a:rPr lang="en-US"/>
              <a:t>Click to edit Master title style</a:t>
            </a:r>
            <a:endParaRPr lang="en-US" dirty="0"/>
          </a:p>
        </p:txBody>
      </p:sp>
      <p:sp>
        <p:nvSpPr>
          <p:cNvPr id="3" name="Picture Placeholder 2"/>
          <p:cNvSpPr>
            <a:spLocks noGrp="1" noChangeAspect="1"/>
          </p:cNvSpPr>
          <p:nvPr>
            <p:ph type="pic" idx="1"/>
          </p:nvPr>
        </p:nvSpPr>
        <p:spPr>
          <a:xfrm>
            <a:off x="5257800" y="0"/>
            <a:ext cx="6172200" cy="6857999"/>
          </a:xfrm>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p:cNvSpPr>
            <a:spLocks noGrp="1"/>
          </p:cNvSpPr>
          <p:nvPr>
            <p:ph type="body" sz="half" idx="2"/>
          </p:nvPr>
        </p:nvSpPr>
        <p:spPr>
          <a:xfrm>
            <a:off x="758952" y="2621512"/>
            <a:ext cx="3840480" cy="3236976"/>
          </a:xfrm>
        </p:spPr>
        <p:txBody>
          <a:bodyPr/>
          <a:lstStyle>
            <a:lvl1pPr marL="0" indent="0" algn="r">
              <a:lnSpc>
                <a:spcPct val="125000"/>
              </a:lnSpc>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Edit Master text styles</a:t>
            </a:r>
          </a:p>
        </p:txBody>
      </p:sp>
      <p:sp>
        <p:nvSpPr>
          <p:cNvPr id="5" name="Date Placeholder 4"/>
          <p:cNvSpPr>
            <a:spLocks noGrp="1"/>
          </p:cNvSpPr>
          <p:nvPr>
            <p:ph type="dt" sz="half" idx="10"/>
          </p:nvPr>
        </p:nvSpPr>
        <p:spPr/>
        <p:txBody>
          <a:bodyPr/>
          <a:lstStyle/>
          <a:p>
            <a:fld id="{6FF4C0AC-8F00-4C36-BECA-59F9CAB32155}" type="datetimeFigureOut">
              <a:rPr lang="en-AU" smtClean="0"/>
              <a:t>12/11/2025</a:t>
            </a:fld>
            <a:endParaRPr lang="en-AU"/>
          </a:p>
        </p:txBody>
      </p:sp>
      <p:sp>
        <p:nvSpPr>
          <p:cNvPr id="6" name="Footer Placeholder 5"/>
          <p:cNvSpPr>
            <a:spLocks noGrp="1"/>
          </p:cNvSpPr>
          <p:nvPr>
            <p:ph type="ftr" sz="quarter" idx="11"/>
          </p:nvPr>
        </p:nvSpPr>
        <p:spPr/>
        <p:txBody>
          <a:bodyPr/>
          <a:lstStyle/>
          <a:p>
            <a:endParaRPr lang="en-AU"/>
          </a:p>
        </p:txBody>
      </p:sp>
      <p:sp>
        <p:nvSpPr>
          <p:cNvPr id="7" name="Slide Number Placeholder 6"/>
          <p:cNvSpPr>
            <a:spLocks noGrp="1"/>
          </p:cNvSpPr>
          <p:nvPr>
            <p:ph type="sldNum" sz="quarter" idx="12"/>
          </p:nvPr>
        </p:nvSpPr>
        <p:spPr/>
        <p:txBody>
          <a:bodyPr/>
          <a:lstStyle/>
          <a:p>
            <a:fld id="{FA146F22-928D-4C3B-8A28-BBB0702861D3}" type="slidenum">
              <a:rPr lang="en-AU" smtClean="0"/>
              <a:t>‹#›</a:t>
            </a:fld>
            <a:endParaRPr lang="en-AU"/>
          </a:p>
        </p:txBody>
      </p:sp>
    </p:spTree>
    <p:extLst>
      <p:ext uri="{BB962C8B-B14F-4D97-AF65-F5344CB8AC3E}">
        <p14:creationId xmlns:p14="http://schemas.microsoft.com/office/powerpoint/2010/main" val="2949977075"/>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a:xfrm>
            <a:off x="5181600" y="640080"/>
            <a:ext cx="6248398" cy="5584142"/>
          </a:xfrm>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6FF4C0AC-8F00-4C36-BECA-59F9CAB32155}" type="datetimeFigureOut">
              <a:rPr lang="en-AU" smtClean="0"/>
              <a:t>12/11/2025</a:t>
            </a:fld>
            <a:endParaRPr lang="en-AU"/>
          </a:p>
        </p:txBody>
      </p:sp>
      <p:sp>
        <p:nvSpPr>
          <p:cNvPr id="5" name="Footer Placeholder 4"/>
          <p:cNvSpPr>
            <a:spLocks noGrp="1"/>
          </p:cNvSpPr>
          <p:nvPr>
            <p:ph type="ftr" sz="quarter" idx="11"/>
          </p:nvPr>
        </p:nvSpPr>
        <p:spPr/>
        <p:txBody>
          <a:bodyPr/>
          <a:lstStyle/>
          <a:p>
            <a:endParaRPr lang="en-AU"/>
          </a:p>
        </p:txBody>
      </p:sp>
      <p:sp>
        <p:nvSpPr>
          <p:cNvPr id="6" name="Slide Number Placeholder 5"/>
          <p:cNvSpPr>
            <a:spLocks noGrp="1"/>
          </p:cNvSpPr>
          <p:nvPr>
            <p:ph type="sldNum" sz="quarter" idx="12"/>
          </p:nvPr>
        </p:nvSpPr>
        <p:spPr/>
        <p:txBody>
          <a:bodyPr/>
          <a:lstStyle/>
          <a:p>
            <a:fld id="{FA146F22-928D-4C3B-8A28-BBB0702861D3}" type="slidenum">
              <a:rPr lang="en-AU" smtClean="0"/>
              <a:t>‹#›</a:t>
            </a:fld>
            <a:endParaRPr lang="en-AU"/>
          </a:p>
        </p:txBody>
      </p:sp>
    </p:spTree>
    <p:extLst>
      <p:ext uri="{BB962C8B-B14F-4D97-AF65-F5344CB8AC3E}">
        <p14:creationId xmlns:p14="http://schemas.microsoft.com/office/powerpoint/2010/main" val="4006850841"/>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showMasterSp="0" type="vertTitleAndTx" preserve="1">
  <p:cSld name="Vertical Title and Text">
    <p:spTree>
      <p:nvGrpSpPr>
        <p:cNvPr id="1" name=""/>
        <p:cNvGrpSpPr/>
        <p:nvPr/>
      </p:nvGrpSpPr>
      <p:grpSpPr>
        <a:xfrm>
          <a:off x="0" y="0"/>
          <a:ext cx="0" cy="0"/>
          <a:chOff x="0" y="0"/>
          <a:chExt cx="0" cy="0"/>
        </a:xfrm>
      </p:grpSpPr>
      <p:sp>
        <p:nvSpPr>
          <p:cNvPr id="12" name="Freeform 6" title="Page Number Shape"/>
          <p:cNvSpPr/>
          <p:nvPr/>
        </p:nvSpPr>
        <p:spPr bwMode="auto">
          <a:xfrm>
            <a:off x="11784011" y="5380580"/>
            <a:ext cx="407988" cy="819150"/>
          </a:xfrm>
          <a:custGeom>
            <a:avLst/>
            <a:gdLst/>
            <a:ahLst/>
            <a:cxnLst/>
            <a:rect l="0" t="0" r="r" b="b"/>
            <a:pathLst>
              <a:path w="1799" h="3612">
                <a:moveTo>
                  <a:pt x="1799" y="0"/>
                </a:moveTo>
                <a:lnTo>
                  <a:pt x="1799" y="3612"/>
                </a:lnTo>
                <a:lnTo>
                  <a:pt x="1686" y="3609"/>
                </a:lnTo>
                <a:lnTo>
                  <a:pt x="1574" y="3598"/>
                </a:lnTo>
                <a:lnTo>
                  <a:pt x="1464" y="3581"/>
                </a:lnTo>
                <a:lnTo>
                  <a:pt x="1357" y="3557"/>
                </a:lnTo>
                <a:lnTo>
                  <a:pt x="1251" y="3527"/>
                </a:lnTo>
                <a:lnTo>
                  <a:pt x="1150" y="3490"/>
                </a:lnTo>
                <a:lnTo>
                  <a:pt x="1050" y="3448"/>
                </a:lnTo>
                <a:lnTo>
                  <a:pt x="953" y="3401"/>
                </a:lnTo>
                <a:lnTo>
                  <a:pt x="860" y="3347"/>
                </a:lnTo>
                <a:lnTo>
                  <a:pt x="771" y="3289"/>
                </a:lnTo>
                <a:lnTo>
                  <a:pt x="686" y="3224"/>
                </a:lnTo>
                <a:lnTo>
                  <a:pt x="604" y="3156"/>
                </a:lnTo>
                <a:lnTo>
                  <a:pt x="527" y="3083"/>
                </a:lnTo>
                <a:lnTo>
                  <a:pt x="454" y="3005"/>
                </a:lnTo>
                <a:lnTo>
                  <a:pt x="386" y="2923"/>
                </a:lnTo>
                <a:lnTo>
                  <a:pt x="323" y="2838"/>
                </a:lnTo>
                <a:lnTo>
                  <a:pt x="265" y="2748"/>
                </a:lnTo>
                <a:lnTo>
                  <a:pt x="211" y="2655"/>
                </a:lnTo>
                <a:lnTo>
                  <a:pt x="163" y="2559"/>
                </a:lnTo>
                <a:lnTo>
                  <a:pt x="121" y="2459"/>
                </a:lnTo>
                <a:lnTo>
                  <a:pt x="85" y="2356"/>
                </a:lnTo>
                <a:lnTo>
                  <a:pt x="55" y="2251"/>
                </a:lnTo>
                <a:lnTo>
                  <a:pt x="32" y="2143"/>
                </a:lnTo>
                <a:lnTo>
                  <a:pt x="14" y="2033"/>
                </a:lnTo>
                <a:lnTo>
                  <a:pt x="4" y="1920"/>
                </a:lnTo>
                <a:lnTo>
                  <a:pt x="0" y="1806"/>
                </a:lnTo>
                <a:lnTo>
                  <a:pt x="4" y="1692"/>
                </a:lnTo>
                <a:lnTo>
                  <a:pt x="14" y="1580"/>
                </a:lnTo>
                <a:lnTo>
                  <a:pt x="32" y="1469"/>
                </a:lnTo>
                <a:lnTo>
                  <a:pt x="55" y="1362"/>
                </a:lnTo>
                <a:lnTo>
                  <a:pt x="85" y="1256"/>
                </a:lnTo>
                <a:lnTo>
                  <a:pt x="121" y="1154"/>
                </a:lnTo>
                <a:lnTo>
                  <a:pt x="163" y="1054"/>
                </a:lnTo>
                <a:lnTo>
                  <a:pt x="211" y="958"/>
                </a:lnTo>
                <a:lnTo>
                  <a:pt x="265" y="864"/>
                </a:lnTo>
                <a:lnTo>
                  <a:pt x="323" y="774"/>
                </a:lnTo>
                <a:lnTo>
                  <a:pt x="386" y="689"/>
                </a:lnTo>
                <a:lnTo>
                  <a:pt x="454" y="607"/>
                </a:lnTo>
                <a:lnTo>
                  <a:pt x="527" y="529"/>
                </a:lnTo>
                <a:lnTo>
                  <a:pt x="604" y="456"/>
                </a:lnTo>
                <a:lnTo>
                  <a:pt x="686" y="388"/>
                </a:lnTo>
                <a:lnTo>
                  <a:pt x="771" y="325"/>
                </a:lnTo>
                <a:lnTo>
                  <a:pt x="860" y="266"/>
                </a:lnTo>
                <a:lnTo>
                  <a:pt x="953" y="212"/>
                </a:lnTo>
                <a:lnTo>
                  <a:pt x="1050" y="164"/>
                </a:lnTo>
                <a:lnTo>
                  <a:pt x="1150" y="122"/>
                </a:lnTo>
                <a:lnTo>
                  <a:pt x="1251" y="85"/>
                </a:lnTo>
                <a:lnTo>
                  <a:pt x="1357" y="55"/>
                </a:lnTo>
                <a:lnTo>
                  <a:pt x="1464" y="32"/>
                </a:lnTo>
                <a:lnTo>
                  <a:pt x="1574" y="14"/>
                </a:lnTo>
                <a:lnTo>
                  <a:pt x="1686" y="5"/>
                </a:lnTo>
                <a:lnTo>
                  <a:pt x="1799" y="0"/>
                </a:lnTo>
                <a:close/>
              </a:path>
            </a:pathLst>
          </a:custGeom>
          <a:solidFill>
            <a:schemeClr val="accent1"/>
          </a:solidFill>
          <a:ln w="0">
            <a:noFill/>
            <a:prstDash val="solid"/>
            <a:round/>
            <a:headEnd/>
            <a:tailEnd/>
          </a:ln>
        </p:spPr>
      </p:sp>
      <p:sp>
        <p:nvSpPr>
          <p:cNvPr id="2" name="Vertical Title 1"/>
          <p:cNvSpPr>
            <a:spLocks noGrp="1"/>
          </p:cNvSpPr>
          <p:nvPr>
            <p:ph type="title" orient="vert"/>
          </p:nvPr>
        </p:nvSpPr>
        <p:spPr>
          <a:xfrm>
            <a:off x="7990765" y="642931"/>
            <a:ext cx="2446670" cy="4678106"/>
          </a:xfrm>
        </p:spPr>
        <p:txBody>
          <a:bodyPr vert="eaVert"/>
          <a:lstStyle>
            <a:lvl1pPr algn="l">
              <a:defRPr/>
            </a:lvl1pPr>
          </a:lstStyle>
          <a:p>
            <a:r>
              <a:rPr lang="en-US"/>
              <a:t>Click to edit Master title style</a:t>
            </a:r>
            <a:endParaRPr lang="en-US" dirty="0"/>
          </a:p>
        </p:txBody>
      </p:sp>
      <p:sp>
        <p:nvSpPr>
          <p:cNvPr id="3" name="Vertical Text Placeholder 2"/>
          <p:cNvSpPr>
            <a:spLocks noGrp="1"/>
          </p:cNvSpPr>
          <p:nvPr>
            <p:ph type="body" orient="vert" idx="1"/>
          </p:nvPr>
        </p:nvSpPr>
        <p:spPr>
          <a:xfrm>
            <a:off x="838200" y="642932"/>
            <a:ext cx="7070678" cy="4678105"/>
          </a:xfrm>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a:xfrm>
            <a:off x="6536187" y="5927131"/>
            <a:ext cx="3814856" cy="365125"/>
          </a:xfrm>
        </p:spPr>
        <p:txBody>
          <a:bodyPr/>
          <a:lstStyle/>
          <a:p>
            <a:fld id="{6FF4C0AC-8F00-4C36-BECA-59F9CAB32155}" type="datetimeFigureOut">
              <a:rPr lang="en-AU" smtClean="0"/>
              <a:t>12/11/2025</a:t>
            </a:fld>
            <a:endParaRPr lang="en-AU"/>
          </a:p>
        </p:txBody>
      </p:sp>
      <p:sp>
        <p:nvSpPr>
          <p:cNvPr id="5" name="Footer Placeholder 4"/>
          <p:cNvSpPr>
            <a:spLocks noGrp="1"/>
          </p:cNvSpPr>
          <p:nvPr>
            <p:ph type="ftr" sz="quarter" idx="11"/>
          </p:nvPr>
        </p:nvSpPr>
        <p:spPr>
          <a:xfrm>
            <a:off x="6536187" y="6315949"/>
            <a:ext cx="3814856" cy="365125"/>
          </a:xfrm>
        </p:spPr>
        <p:txBody>
          <a:bodyPr/>
          <a:lstStyle/>
          <a:p>
            <a:endParaRPr lang="en-AU"/>
          </a:p>
        </p:txBody>
      </p:sp>
      <p:sp>
        <p:nvSpPr>
          <p:cNvPr id="6" name="Slide Number Placeholder 5"/>
          <p:cNvSpPr>
            <a:spLocks noGrp="1"/>
          </p:cNvSpPr>
          <p:nvPr>
            <p:ph type="sldNum" sz="quarter" idx="12"/>
          </p:nvPr>
        </p:nvSpPr>
        <p:spPr>
          <a:xfrm>
            <a:off x="11784011" y="5607592"/>
            <a:ext cx="407988" cy="365125"/>
          </a:xfrm>
        </p:spPr>
        <p:txBody>
          <a:bodyPr/>
          <a:lstStyle/>
          <a:p>
            <a:fld id="{FA146F22-928D-4C3B-8A28-BBB0702861D3}" type="slidenum">
              <a:rPr lang="en-AU" smtClean="0"/>
              <a:t>‹#›</a:t>
            </a:fld>
            <a:endParaRPr lang="en-AU"/>
          </a:p>
        </p:txBody>
      </p:sp>
      <p:cxnSp>
        <p:nvCxnSpPr>
          <p:cNvPr id="13" name="Straight Connector 12" title="Horizontal Rule Line"/>
          <p:cNvCxnSpPr/>
          <p:nvPr/>
        </p:nvCxnSpPr>
        <p:spPr>
          <a:xfrm>
            <a:off x="0" y="6199730"/>
            <a:ext cx="10260011" cy="0"/>
          </a:xfrm>
          <a:prstGeom prst="line">
            <a:avLst/>
          </a:prstGeom>
          <a:ln w="25400">
            <a:solidFill>
              <a:schemeClr val="accent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609446015"/>
      </p:ext>
    </p:extLst>
  </p:cSld>
  <p:clrMapOvr>
    <a:masterClrMapping/>
  </p:clrMapOvr>
  <p:extLst>
    <p:ext uri="{DCECCB84-F9BA-43D5-87BE-67443E8EF086}">
      <p15:sldGuideLst xmlns:p15="http://schemas.microsoft.com/office/powerpoint/2012/main">
        <p15:guide id="1" pos="6456">
          <p15:clr>
            <a:srgbClr val="FBAE40"/>
          </p15:clr>
        </p15:guide>
      </p15:sldGuideLst>
    </p:ext>
  </p:extLst>
</p:sldLayout>
</file>

<file path=ppt/slideLayouts/slideLayout23.xml><?xml version="1.0" encoding="utf-8"?>
<p:sldLayout xmlns:a="http://schemas.openxmlformats.org/drawingml/2006/main" xmlns:r="http://schemas.openxmlformats.org/officeDocument/2006/relationships" xmlns:p="http://schemas.openxmlformats.org/presentationml/2006/main" showMasterSp="0" preserve="1" userDrawn="1">
  <p:cSld name="Presentation Title Slide">
    <p:bg>
      <p:bgPr>
        <a:solidFill>
          <a:schemeClr val="bg1"/>
        </a:solidFill>
        <a:effectLst/>
      </p:bgPr>
    </p:bg>
    <p:spTree>
      <p:nvGrpSpPr>
        <p:cNvPr id="1" name=""/>
        <p:cNvGrpSpPr/>
        <p:nvPr/>
      </p:nvGrpSpPr>
      <p:grpSpPr>
        <a:xfrm>
          <a:off x="0" y="0"/>
          <a:ext cx="0" cy="0"/>
          <a:chOff x="0" y="0"/>
          <a:chExt cx="0" cy="0"/>
        </a:xfrm>
      </p:grpSpPr>
      <p:sp>
        <p:nvSpPr>
          <p:cNvPr id="20" name="Title Placeholder 4"/>
          <p:cNvSpPr>
            <a:spLocks noGrp="1"/>
          </p:cNvSpPr>
          <p:nvPr>
            <p:ph type="title" hasCustomPrompt="1"/>
          </p:nvPr>
        </p:nvSpPr>
        <p:spPr>
          <a:xfrm>
            <a:off x="888815" y="3675951"/>
            <a:ext cx="10411032" cy="707216"/>
          </a:xfrm>
          <a:prstGeom prst="rect">
            <a:avLst/>
          </a:prstGeom>
          <a:ln w="57150">
            <a:noFill/>
          </a:ln>
        </p:spPr>
        <p:txBody>
          <a:bodyPr vert="horz" lIns="91440" tIns="45720" rIns="91440" bIns="45720" rtlCol="0" anchor="ctr" anchorCtr="0">
            <a:noAutofit/>
          </a:bodyPr>
          <a:lstStyle>
            <a:lvl1pPr algn="ctr">
              <a:defRPr sz="3600" b="1">
                <a:solidFill>
                  <a:srgbClr val="FDBA12"/>
                </a:solidFill>
                <a:latin typeface="Verdana" panose="020B0604030504040204" pitchFamily="34" charset="0"/>
                <a:ea typeface="Verdana" panose="020B0604030504040204" pitchFamily="34" charset="0"/>
                <a:cs typeface="Verdana" panose="020B0604030504040204" pitchFamily="34" charset="0"/>
              </a:defRPr>
            </a:lvl1pPr>
          </a:lstStyle>
          <a:p>
            <a:r>
              <a:rPr lang="en-US" dirty="0"/>
              <a:t>Presentation Title</a:t>
            </a:r>
            <a:endParaRPr lang="en-AU" dirty="0"/>
          </a:p>
        </p:txBody>
      </p:sp>
      <p:sp>
        <p:nvSpPr>
          <p:cNvPr id="21" name="Text Placeholder 2"/>
          <p:cNvSpPr>
            <a:spLocks noGrp="1"/>
          </p:cNvSpPr>
          <p:nvPr>
            <p:ph type="body" sz="quarter" idx="10" hasCustomPrompt="1"/>
          </p:nvPr>
        </p:nvSpPr>
        <p:spPr>
          <a:xfrm>
            <a:off x="888815" y="4599078"/>
            <a:ext cx="10411032" cy="999265"/>
          </a:xfrm>
          <a:prstGeom prst="rect">
            <a:avLst/>
          </a:prstGeom>
        </p:spPr>
        <p:txBody>
          <a:bodyPr/>
          <a:lstStyle>
            <a:lvl1pPr marL="0" indent="0" algn="ctr">
              <a:buFontTx/>
              <a:buNone/>
              <a:defRPr sz="2800" b="1">
                <a:solidFill>
                  <a:schemeClr val="tx1"/>
                </a:solidFill>
                <a:latin typeface="Verdana" panose="020B0604030504040204" pitchFamily="34" charset="0"/>
                <a:ea typeface="Verdana" panose="020B0604030504040204" pitchFamily="34" charset="0"/>
                <a:cs typeface="Verdana" panose="020B0604030504040204" pitchFamily="34" charset="0"/>
              </a:defRPr>
            </a:lvl1pPr>
          </a:lstStyle>
          <a:p>
            <a:pPr lvl="0"/>
            <a:r>
              <a:rPr lang="en-US" dirty="0"/>
              <a:t>Subtitle</a:t>
            </a:r>
          </a:p>
        </p:txBody>
      </p:sp>
      <p:sp>
        <p:nvSpPr>
          <p:cNvPr id="11" name="TextBox 10"/>
          <p:cNvSpPr txBox="1"/>
          <p:nvPr userDrawn="1"/>
        </p:nvSpPr>
        <p:spPr>
          <a:xfrm>
            <a:off x="9191625" y="6381750"/>
            <a:ext cx="2727029" cy="200055"/>
          </a:xfrm>
          <a:prstGeom prst="rect">
            <a:avLst/>
          </a:prstGeom>
          <a:noFill/>
        </p:spPr>
        <p:txBody>
          <a:bodyPr wrap="none" rtlCol="0">
            <a:spAutoFit/>
          </a:bodyPr>
          <a:lstStyle/>
          <a:p>
            <a:r>
              <a:rPr lang="en-AU" sz="700" dirty="0">
                <a:solidFill>
                  <a:schemeClr val="tx1"/>
                </a:solidFill>
                <a:latin typeface="Verdana" panose="020B0604030504040204" pitchFamily="34" charset="0"/>
                <a:ea typeface="Verdana" panose="020B0604030504040204" pitchFamily="34" charset="0"/>
                <a:cs typeface="Verdana" panose="020B0604030504040204" pitchFamily="34" charset="0"/>
              </a:rPr>
              <a:t>CRICOS QLD 00244B | NSW 02225M TEQSA: PRV12081</a:t>
            </a:r>
          </a:p>
        </p:txBody>
      </p:sp>
      <p:pic>
        <p:nvPicPr>
          <p:cNvPr id="8" name="Picture 7"/>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2948700" y="955984"/>
            <a:ext cx="6291262" cy="2432805"/>
          </a:xfrm>
          <a:prstGeom prst="rect">
            <a:avLst/>
          </a:prstGeom>
        </p:spPr>
      </p:pic>
    </p:spTree>
    <p:extLst>
      <p:ext uri="{BB962C8B-B14F-4D97-AF65-F5344CB8AC3E}">
        <p14:creationId xmlns:p14="http://schemas.microsoft.com/office/powerpoint/2010/main" val="355107567"/>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showMasterSp="0" preserve="1" userDrawn="1">
  <p:cSld name="Hero Image/Testimonial Slide">
    <p:bg>
      <p:bgPr>
        <a:blipFill dpi="0" rotWithShape="1">
          <a:blip r:embed="rId2">
            <a:lum/>
          </a:blip>
          <a:srcRect/>
          <a:stretch>
            <a:fillRect t="-9000" b="-9000"/>
          </a:stretch>
        </a:blipFill>
        <a:effectLst/>
      </p:bgPr>
    </p:bg>
    <p:spTree>
      <p:nvGrpSpPr>
        <p:cNvPr id="1" name=""/>
        <p:cNvGrpSpPr/>
        <p:nvPr/>
      </p:nvGrpSpPr>
      <p:grpSpPr>
        <a:xfrm>
          <a:off x="0" y="0"/>
          <a:ext cx="0" cy="0"/>
          <a:chOff x="0" y="0"/>
          <a:chExt cx="0" cy="0"/>
        </a:xfrm>
      </p:grpSpPr>
      <p:pic>
        <p:nvPicPr>
          <p:cNvPr id="5" name="Picture 4"/>
          <p:cNvPicPr>
            <a:picLocks noChangeAspect="1"/>
          </p:cNvPicPr>
          <p:nvPr userDrawn="1"/>
        </p:nvPicPr>
        <p:blipFill>
          <a:blip r:embed="rId3" cstate="print">
            <a:extLst>
              <a:ext uri="{28A0092B-C50C-407E-A947-70E740481C1C}">
                <a14:useLocalDpi xmlns:a14="http://schemas.microsoft.com/office/drawing/2010/main" val="0"/>
              </a:ext>
            </a:extLst>
          </a:blip>
          <a:stretch>
            <a:fillRect/>
          </a:stretch>
        </p:blipFill>
        <p:spPr>
          <a:xfrm>
            <a:off x="499298" y="495576"/>
            <a:ext cx="1642769" cy="608313"/>
          </a:xfrm>
          <a:prstGeom prst="rect">
            <a:avLst/>
          </a:prstGeom>
        </p:spPr>
      </p:pic>
      <p:sp>
        <p:nvSpPr>
          <p:cNvPr id="6" name="Title Placeholder 4"/>
          <p:cNvSpPr>
            <a:spLocks noGrp="1"/>
          </p:cNvSpPr>
          <p:nvPr>
            <p:ph type="title" hasCustomPrompt="1"/>
          </p:nvPr>
        </p:nvSpPr>
        <p:spPr>
          <a:xfrm>
            <a:off x="499298" y="2088326"/>
            <a:ext cx="4171762" cy="2011234"/>
          </a:xfrm>
          <a:prstGeom prst="rect">
            <a:avLst/>
          </a:prstGeom>
          <a:solidFill>
            <a:schemeClr val="tx1">
              <a:alpha val="70000"/>
            </a:schemeClr>
          </a:solidFill>
          <a:ln w="57150">
            <a:noFill/>
          </a:ln>
        </p:spPr>
        <p:txBody>
          <a:bodyPr vert="horz" lIns="91440" tIns="45720" rIns="91440" bIns="45720" rtlCol="0" anchor="ctr" anchorCtr="0">
            <a:normAutofit/>
          </a:bodyPr>
          <a:lstStyle>
            <a:lvl1pPr algn="ctr">
              <a:defRPr sz="2800" b="1" baseline="0">
                <a:solidFill>
                  <a:schemeClr val="bg1"/>
                </a:solidFill>
                <a:latin typeface="Verdana" panose="020B0604030504040204" pitchFamily="34" charset="0"/>
                <a:ea typeface="Verdana" panose="020B0604030504040204" pitchFamily="34" charset="0"/>
                <a:cs typeface="Verdana" panose="020B0604030504040204" pitchFamily="34" charset="0"/>
              </a:defRPr>
            </a:lvl1pPr>
          </a:lstStyle>
          <a:p>
            <a:r>
              <a:rPr lang="en-US" dirty="0"/>
              <a:t>“Pull-out quote</a:t>
            </a:r>
            <a:br>
              <a:rPr lang="en-US" dirty="0"/>
            </a:br>
            <a:r>
              <a:rPr lang="en-US" dirty="0"/>
              <a:t>or testimonial”</a:t>
            </a:r>
            <a:endParaRPr lang="en-AU" dirty="0"/>
          </a:p>
        </p:txBody>
      </p:sp>
    </p:spTree>
    <p:extLst>
      <p:ext uri="{BB962C8B-B14F-4D97-AF65-F5344CB8AC3E}">
        <p14:creationId xmlns:p14="http://schemas.microsoft.com/office/powerpoint/2010/main" val="2616225222"/>
      </p:ext>
    </p:extLst>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showMasterSp="0" preserve="1" userDrawn="1">
  <p:cSld name="Blank Page">
    <p:spTree>
      <p:nvGrpSpPr>
        <p:cNvPr id="1" name=""/>
        <p:cNvGrpSpPr/>
        <p:nvPr/>
      </p:nvGrpSpPr>
      <p:grpSpPr>
        <a:xfrm>
          <a:off x="0" y="0"/>
          <a:ext cx="0" cy="0"/>
          <a:chOff x="0" y="0"/>
          <a:chExt cx="0" cy="0"/>
        </a:xfrm>
      </p:grpSpPr>
      <p:pic>
        <p:nvPicPr>
          <p:cNvPr id="7" name="Picture 6"/>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499299" y="498373"/>
            <a:ext cx="1642768" cy="608312"/>
          </a:xfrm>
          <a:prstGeom prst="rect">
            <a:avLst/>
          </a:prstGeom>
        </p:spPr>
      </p:pic>
    </p:spTree>
    <p:extLst>
      <p:ext uri="{BB962C8B-B14F-4D97-AF65-F5344CB8AC3E}">
        <p14:creationId xmlns:p14="http://schemas.microsoft.com/office/powerpoint/2010/main" val="3897699281"/>
      </p:ext>
    </p:extLst>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showMasterSp="0" preserve="1" userDrawn="1">
  <p:cSld name="Content + Hero Image">
    <p:spTree>
      <p:nvGrpSpPr>
        <p:cNvPr id="1" name=""/>
        <p:cNvGrpSpPr/>
        <p:nvPr/>
      </p:nvGrpSpPr>
      <p:grpSpPr>
        <a:xfrm>
          <a:off x="0" y="0"/>
          <a:ext cx="0" cy="0"/>
          <a:chOff x="0" y="0"/>
          <a:chExt cx="0" cy="0"/>
        </a:xfrm>
      </p:grpSpPr>
      <p:sp>
        <p:nvSpPr>
          <p:cNvPr id="3" name="Text Placeholder 2"/>
          <p:cNvSpPr>
            <a:spLocks noGrp="1"/>
          </p:cNvSpPr>
          <p:nvPr>
            <p:ph type="body" sz="quarter" idx="10" hasCustomPrompt="1"/>
          </p:nvPr>
        </p:nvSpPr>
        <p:spPr>
          <a:xfrm>
            <a:off x="355599" y="2522539"/>
            <a:ext cx="6739467" cy="804861"/>
          </a:xfrm>
          <a:prstGeom prst="rect">
            <a:avLst/>
          </a:prstGeom>
        </p:spPr>
        <p:txBody>
          <a:bodyPr/>
          <a:lstStyle>
            <a:lvl1pPr>
              <a:defRPr sz="2800"/>
            </a:lvl1pPr>
          </a:lstStyle>
          <a:p>
            <a:pPr lvl="0"/>
            <a:r>
              <a:rPr lang="en-US" dirty="0"/>
              <a:t>Sub-heading</a:t>
            </a:r>
          </a:p>
        </p:txBody>
      </p:sp>
      <p:sp>
        <p:nvSpPr>
          <p:cNvPr id="5" name="Text Placeholder 4"/>
          <p:cNvSpPr>
            <a:spLocks noGrp="1"/>
          </p:cNvSpPr>
          <p:nvPr>
            <p:ph type="body" sz="quarter" idx="11" hasCustomPrompt="1"/>
          </p:nvPr>
        </p:nvSpPr>
        <p:spPr>
          <a:xfrm>
            <a:off x="355600" y="3327400"/>
            <a:ext cx="6739466" cy="3187700"/>
          </a:xfrm>
          <a:prstGeom prst="rect">
            <a:avLst/>
          </a:prstGeom>
        </p:spPr>
        <p:txBody>
          <a:bodyPr/>
          <a:lstStyle>
            <a:lvl1pPr marL="0" indent="0">
              <a:buClr>
                <a:srgbClr val="FDBA12"/>
              </a:buClr>
              <a:buFontTx/>
              <a:buNone/>
              <a:defRPr sz="2000" b="0" baseline="0"/>
            </a:lvl1pPr>
            <a:lvl2pPr marL="800100" indent="-342900">
              <a:buClr>
                <a:schemeClr val="tx1"/>
              </a:buClr>
              <a:buFont typeface="Wingdings" panose="05000000000000000000" pitchFamily="2" charset="2"/>
              <a:buChar char="§"/>
              <a:defRPr sz="1800"/>
            </a:lvl2pPr>
            <a:lvl3pPr marL="1257300" indent="-342900">
              <a:buClr>
                <a:srgbClr val="FDBA12"/>
              </a:buClr>
              <a:buFont typeface="Wingdings" panose="05000000000000000000" pitchFamily="2" charset="2"/>
              <a:buChar char="§"/>
              <a:defRPr sz="1600">
                <a:latin typeface="verdana (Body)"/>
              </a:defRPr>
            </a:lvl3pPr>
            <a:lvl4pPr marL="1657350" indent="-285750">
              <a:buClr>
                <a:schemeClr val="tx1"/>
              </a:buClr>
              <a:buFont typeface="Wingdings" panose="05000000000000000000" pitchFamily="2" charset="2"/>
              <a:buChar char="§"/>
              <a:defRPr sz="1600" baseline="0">
                <a:latin typeface="verdana (Body)"/>
              </a:defRPr>
            </a:lvl4pPr>
            <a:lvl5pPr>
              <a:defRPr>
                <a:latin typeface="verdana (Body)"/>
              </a:defRPr>
            </a:lvl5pPr>
          </a:lstStyle>
          <a:p>
            <a:pPr lvl="0"/>
            <a:r>
              <a:rPr lang="en-US" dirty="0"/>
              <a:t>Body Text</a:t>
            </a:r>
          </a:p>
          <a:p>
            <a:pPr lvl="1"/>
            <a:r>
              <a:rPr lang="en-US" dirty="0"/>
              <a:t>Second level bullet</a:t>
            </a:r>
          </a:p>
          <a:p>
            <a:pPr lvl="2"/>
            <a:r>
              <a:rPr lang="en-US" dirty="0"/>
              <a:t>Third level bullet</a:t>
            </a:r>
          </a:p>
        </p:txBody>
      </p:sp>
      <p:sp>
        <p:nvSpPr>
          <p:cNvPr id="6" name="Title Placeholder 4"/>
          <p:cNvSpPr>
            <a:spLocks noGrp="1"/>
          </p:cNvSpPr>
          <p:nvPr>
            <p:ph type="title" hasCustomPrompt="1"/>
          </p:nvPr>
        </p:nvSpPr>
        <p:spPr>
          <a:xfrm>
            <a:off x="355600" y="1748707"/>
            <a:ext cx="6739467" cy="773831"/>
          </a:xfrm>
          <a:prstGeom prst="rect">
            <a:avLst/>
          </a:prstGeom>
        </p:spPr>
        <p:txBody>
          <a:bodyPr vert="horz" lIns="91440" tIns="45720" rIns="91440" bIns="45720" rtlCol="0" anchor="t" anchorCtr="0">
            <a:normAutofit/>
          </a:bodyPr>
          <a:lstStyle>
            <a:lvl1pPr>
              <a:defRPr sz="3600">
                <a:solidFill>
                  <a:srgbClr val="FDBA12"/>
                </a:solidFill>
              </a:defRPr>
            </a:lvl1pPr>
          </a:lstStyle>
          <a:p>
            <a:r>
              <a:rPr lang="en-US" dirty="0"/>
              <a:t>Heading</a:t>
            </a:r>
            <a:endParaRPr lang="en-AU" dirty="0"/>
          </a:p>
        </p:txBody>
      </p:sp>
      <p:sp>
        <p:nvSpPr>
          <p:cNvPr id="8" name="Picture Placeholder 7"/>
          <p:cNvSpPr>
            <a:spLocks noGrp="1"/>
          </p:cNvSpPr>
          <p:nvPr>
            <p:ph type="pic" sz="quarter" idx="12"/>
          </p:nvPr>
        </p:nvSpPr>
        <p:spPr>
          <a:xfrm>
            <a:off x="7553325" y="0"/>
            <a:ext cx="4638675" cy="6858000"/>
          </a:xfrm>
          <a:prstGeom prst="rect">
            <a:avLst/>
          </a:prstGeom>
        </p:spPr>
        <p:txBody>
          <a:bodyPr/>
          <a:lstStyle>
            <a:lvl1pPr algn="ctr">
              <a:defRPr/>
            </a:lvl1pPr>
          </a:lstStyle>
          <a:p>
            <a:endParaRPr lang="en-AU" dirty="0"/>
          </a:p>
        </p:txBody>
      </p:sp>
      <p:pic>
        <p:nvPicPr>
          <p:cNvPr id="7" name="Picture 6"/>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499299" y="498373"/>
            <a:ext cx="1642768" cy="608312"/>
          </a:xfrm>
          <a:prstGeom prst="rect">
            <a:avLst/>
          </a:prstGeom>
        </p:spPr>
      </p:pic>
    </p:spTree>
    <p:extLst>
      <p:ext uri="{BB962C8B-B14F-4D97-AF65-F5344CB8AC3E}">
        <p14:creationId xmlns:p14="http://schemas.microsoft.com/office/powerpoint/2010/main" val="688175177"/>
      </p:ext>
    </p:extLst>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showMasterSp="0" preserve="1" userDrawn="1">
  <p:cSld name="Content + Bullet List">
    <p:spTree>
      <p:nvGrpSpPr>
        <p:cNvPr id="1" name=""/>
        <p:cNvGrpSpPr/>
        <p:nvPr/>
      </p:nvGrpSpPr>
      <p:grpSpPr>
        <a:xfrm>
          <a:off x="0" y="0"/>
          <a:ext cx="0" cy="0"/>
          <a:chOff x="0" y="0"/>
          <a:chExt cx="0" cy="0"/>
        </a:xfrm>
      </p:grpSpPr>
      <p:sp>
        <p:nvSpPr>
          <p:cNvPr id="9" name="Content Placeholder 8"/>
          <p:cNvSpPr>
            <a:spLocks noGrp="1"/>
          </p:cNvSpPr>
          <p:nvPr>
            <p:ph sz="quarter" idx="12" hasCustomPrompt="1"/>
          </p:nvPr>
        </p:nvSpPr>
        <p:spPr>
          <a:xfrm>
            <a:off x="7553325" y="1748707"/>
            <a:ext cx="4291012" cy="4794967"/>
          </a:xfrm>
          <a:prstGeom prst="rect">
            <a:avLst/>
          </a:prstGeom>
        </p:spPr>
        <p:txBody>
          <a:bodyPr/>
          <a:lstStyle>
            <a:lvl1pPr marL="571500" indent="-571500">
              <a:buClr>
                <a:srgbClr val="FDBA12"/>
              </a:buClr>
              <a:buFont typeface="Wingdings" panose="05000000000000000000" pitchFamily="2" charset="2"/>
              <a:buChar char="§"/>
              <a:defRPr sz="2000" baseline="0"/>
            </a:lvl1pPr>
            <a:lvl2pPr marL="800100" indent="-342900">
              <a:buFont typeface="Wingdings" panose="05000000000000000000" pitchFamily="2" charset="2"/>
              <a:buChar char="§"/>
              <a:defRPr sz="2000" baseline="0"/>
            </a:lvl2pPr>
            <a:lvl3pPr marL="1257300" indent="-342900">
              <a:buClr>
                <a:srgbClr val="FDBA12"/>
              </a:buClr>
              <a:buFont typeface="Wingdings" panose="05000000000000000000" pitchFamily="2" charset="2"/>
              <a:buChar char="§"/>
              <a:defRPr sz="1800"/>
            </a:lvl3pPr>
            <a:lvl4pPr marL="1657350" indent="-285750">
              <a:buFont typeface="Wingdings" panose="05000000000000000000" pitchFamily="2" charset="2"/>
              <a:buChar char="§"/>
              <a:defRPr sz="1600" baseline="0"/>
            </a:lvl4pPr>
            <a:lvl5pPr marL="2114550" indent="-285750">
              <a:buFont typeface="Wingdings" panose="05000000000000000000" pitchFamily="2" charset="2"/>
              <a:buChar char="§"/>
              <a:defRPr/>
            </a:lvl5pPr>
          </a:lstStyle>
          <a:p>
            <a:pPr lvl="0"/>
            <a:r>
              <a:rPr lang="en-US" dirty="0"/>
              <a:t>First Level bullet point</a:t>
            </a:r>
          </a:p>
          <a:p>
            <a:pPr lvl="1"/>
            <a:r>
              <a:rPr lang="en-US" dirty="0"/>
              <a:t>Second level bullet point</a:t>
            </a:r>
          </a:p>
          <a:p>
            <a:pPr lvl="2"/>
            <a:r>
              <a:rPr lang="en-US" dirty="0"/>
              <a:t>Third level bullet point</a:t>
            </a:r>
          </a:p>
          <a:p>
            <a:pPr lvl="3"/>
            <a:r>
              <a:rPr lang="en-US" dirty="0"/>
              <a:t>Fourth level bullet point</a:t>
            </a:r>
          </a:p>
        </p:txBody>
      </p:sp>
      <p:sp>
        <p:nvSpPr>
          <p:cNvPr id="7" name="Text Placeholder 2"/>
          <p:cNvSpPr>
            <a:spLocks noGrp="1"/>
          </p:cNvSpPr>
          <p:nvPr>
            <p:ph type="body" sz="quarter" idx="10" hasCustomPrompt="1"/>
          </p:nvPr>
        </p:nvSpPr>
        <p:spPr>
          <a:xfrm>
            <a:off x="355599" y="2522539"/>
            <a:ext cx="6739467" cy="804861"/>
          </a:xfrm>
          <a:prstGeom prst="rect">
            <a:avLst/>
          </a:prstGeom>
        </p:spPr>
        <p:txBody>
          <a:bodyPr/>
          <a:lstStyle>
            <a:lvl1pPr>
              <a:defRPr sz="2800"/>
            </a:lvl1pPr>
          </a:lstStyle>
          <a:p>
            <a:pPr lvl="0"/>
            <a:r>
              <a:rPr lang="en-US" dirty="0"/>
              <a:t>Sub-heading</a:t>
            </a:r>
          </a:p>
        </p:txBody>
      </p:sp>
      <p:sp>
        <p:nvSpPr>
          <p:cNvPr id="10" name="Title Placeholder 4"/>
          <p:cNvSpPr>
            <a:spLocks noGrp="1"/>
          </p:cNvSpPr>
          <p:nvPr>
            <p:ph type="title" hasCustomPrompt="1"/>
          </p:nvPr>
        </p:nvSpPr>
        <p:spPr>
          <a:xfrm>
            <a:off x="355600" y="1748707"/>
            <a:ext cx="6739467" cy="773831"/>
          </a:xfrm>
          <a:prstGeom prst="rect">
            <a:avLst/>
          </a:prstGeom>
        </p:spPr>
        <p:txBody>
          <a:bodyPr vert="horz" lIns="91440" tIns="45720" rIns="91440" bIns="45720" rtlCol="0" anchor="t" anchorCtr="0">
            <a:normAutofit/>
          </a:bodyPr>
          <a:lstStyle>
            <a:lvl1pPr>
              <a:defRPr sz="3600">
                <a:solidFill>
                  <a:srgbClr val="FDBA12"/>
                </a:solidFill>
              </a:defRPr>
            </a:lvl1pPr>
          </a:lstStyle>
          <a:p>
            <a:r>
              <a:rPr lang="en-US" dirty="0"/>
              <a:t>Heading</a:t>
            </a:r>
            <a:endParaRPr lang="en-AU" dirty="0"/>
          </a:p>
        </p:txBody>
      </p:sp>
      <p:pic>
        <p:nvPicPr>
          <p:cNvPr id="6" name="Picture 5"/>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499299" y="498373"/>
            <a:ext cx="1642768" cy="608312"/>
          </a:xfrm>
          <a:prstGeom prst="rect">
            <a:avLst/>
          </a:prstGeom>
        </p:spPr>
      </p:pic>
      <p:sp>
        <p:nvSpPr>
          <p:cNvPr id="11" name="Text Placeholder 4"/>
          <p:cNvSpPr>
            <a:spLocks noGrp="1"/>
          </p:cNvSpPr>
          <p:nvPr>
            <p:ph type="body" sz="quarter" idx="11" hasCustomPrompt="1"/>
          </p:nvPr>
        </p:nvSpPr>
        <p:spPr>
          <a:xfrm>
            <a:off x="355600" y="3327400"/>
            <a:ext cx="6739466" cy="3187700"/>
          </a:xfrm>
          <a:prstGeom prst="rect">
            <a:avLst/>
          </a:prstGeom>
        </p:spPr>
        <p:txBody>
          <a:bodyPr/>
          <a:lstStyle>
            <a:lvl1pPr marL="0" indent="0">
              <a:buClr>
                <a:srgbClr val="FDBA12"/>
              </a:buClr>
              <a:buFontTx/>
              <a:buNone/>
              <a:defRPr sz="2000" b="0" baseline="0"/>
            </a:lvl1pPr>
            <a:lvl2pPr marL="800100" indent="-342900">
              <a:buClr>
                <a:schemeClr val="tx1"/>
              </a:buClr>
              <a:buFont typeface="Wingdings" panose="05000000000000000000" pitchFamily="2" charset="2"/>
              <a:buChar char="§"/>
              <a:defRPr sz="1800"/>
            </a:lvl2pPr>
            <a:lvl3pPr marL="1257300" indent="-342900">
              <a:buClr>
                <a:srgbClr val="FDBA12"/>
              </a:buClr>
              <a:buFont typeface="Wingdings" panose="05000000000000000000" pitchFamily="2" charset="2"/>
              <a:buChar char="§"/>
              <a:defRPr sz="1600">
                <a:latin typeface="verdana (Body)"/>
              </a:defRPr>
            </a:lvl3pPr>
            <a:lvl4pPr marL="1657350" indent="-285750">
              <a:buClr>
                <a:schemeClr val="tx1"/>
              </a:buClr>
              <a:buFont typeface="Wingdings" panose="05000000000000000000" pitchFamily="2" charset="2"/>
              <a:buChar char="§"/>
              <a:defRPr sz="1600" baseline="0">
                <a:latin typeface="verdana (Body)"/>
              </a:defRPr>
            </a:lvl4pPr>
            <a:lvl5pPr>
              <a:defRPr>
                <a:latin typeface="verdana (Body)"/>
              </a:defRPr>
            </a:lvl5pPr>
          </a:lstStyle>
          <a:p>
            <a:pPr lvl="0"/>
            <a:r>
              <a:rPr lang="en-US" dirty="0"/>
              <a:t>Body Text</a:t>
            </a:r>
          </a:p>
          <a:p>
            <a:pPr lvl="1"/>
            <a:r>
              <a:rPr lang="en-US" dirty="0"/>
              <a:t>Second level bullet</a:t>
            </a:r>
          </a:p>
          <a:p>
            <a:pPr lvl="2"/>
            <a:r>
              <a:rPr lang="en-US" dirty="0"/>
              <a:t>Third level bullet</a:t>
            </a:r>
          </a:p>
        </p:txBody>
      </p:sp>
    </p:spTree>
    <p:extLst>
      <p:ext uri="{BB962C8B-B14F-4D97-AF65-F5344CB8AC3E}">
        <p14:creationId xmlns:p14="http://schemas.microsoft.com/office/powerpoint/2010/main" val="959689351"/>
      </p:ext>
    </p:extLst>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showMasterSp="0" preserve="1" userDrawn="1">
  <p:cSld name="Content + Table/Chart">
    <p:spTree>
      <p:nvGrpSpPr>
        <p:cNvPr id="1" name=""/>
        <p:cNvGrpSpPr/>
        <p:nvPr/>
      </p:nvGrpSpPr>
      <p:grpSpPr>
        <a:xfrm>
          <a:off x="0" y="0"/>
          <a:ext cx="0" cy="0"/>
          <a:chOff x="0" y="0"/>
          <a:chExt cx="0" cy="0"/>
        </a:xfrm>
      </p:grpSpPr>
      <p:sp>
        <p:nvSpPr>
          <p:cNvPr id="4" name="Table Placeholder 3"/>
          <p:cNvSpPr>
            <a:spLocks noGrp="1"/>
          </p:cNvSpPr>
          <p:nvPr>
            <p:ph type="tbl" sz="quarter" idx="11"/>
          </p:nvPr>
        </p:nvSpPr>
        <p:spPr>
          <a:xfrm>
            <a:off x="355599" y="3791089"/>
            <a:ext cx="6739467" cy="2752586"/>
          </a:xfrm>
          <a:prstGeom prst="rect">
            <a:avLst/>
          </a:prstGeom>
          <a:noFill/>
        </p:spPr>
        <p:txBody>
          <a:bodyPr anchor="t" anchorCtr="0"/>
          <a:lstStyle/>
          <a:p>
            <a:endParaRPr lang="en-AU" dirty="0"/>
          </a:p>
        </p:txBody>
      </p:sp>
      <p:sp>
        <p:nvSpPr>
          <p:cNvPr id="9" name="Chart Placeholder 8"/>
          <p:cNvSpPr>
            <a:spLocks noGrp="1"/>
          </p:cNvSpPr>
          <p:nvPr>
            <p:ph type="chart" sz="quarter" idx="12"/>
          </p:nvPr>
        </p:nvSpPr>
        <p:spPr>
          <a:xfrm>
            <a:off x="7543800" y="1748707"/>
            <a:ext cx="4295775" cy="4794967"/>
          </a:xfrm>
          <a:prstGeom prst="rect">
            <a:avLst/>
          </a:prstGeom>
          <a:noFill/>
        </p:spPr>
        <p:txBody>
          <a:bodyPr/>
          <a:lstStyle/>
          <a:p>
            <a:endParaRPr lang="en-AU" dirty="0"/>
          </a:p>
        </p:txBody>
      </p:sp>
      <p:sp>
        <p:nvSpPr>
          <p:cNvPr id="7" name="Text Placeholder 2"/>
          <p:cNvSpPr>
            <a:spLocks noGrp="1"/>
          </p:cNvSpPr>
          <p:nvPr>
            <p:ph type="body" sz="quarter" idx="10" hasCustomPrompt="1"/>
          </p:nvPr>
        </p:nvSpPr>
        <p:spPr>
          <a:xfrm>
            <a:off x="355599" y="2522539"/>
            <a:ext cx="6739467" cy="804861"/>
          </a:xfrm>
          <a:prstGeom prst="rect">
            <a:avLst/>
          </a:prstGeom>
        </p:spPr>
        <p:txBody>
          <a:bodyPr/>
          <a:lstStyle>
            <a:lvl1pPr>
              <a:defRPr sz="2800"/>
            </a:lvl1pPr>
          </a:lstStyle>
          <a:p>
            <a:pPr lvl="0"/>
            <a:r>
              <a:rPr lang="en-US" dirty="0"/>
              <a:t>Sub-heading</a:t>
            </a:r>
          </a:p>
        </p:txBody>
      </p:sp>
      <p:sp>
        <p:nvSpPr>
          <p:cNvPr id="10" name="Title Placeholder 4"/>
          <p:cNvSpPr>
            <a:spLocks noGrp="1"/>
          </p:cNvSpPr>
          <p:nvPr>
            <p:ph type="title" hasCustomPrompt="1"/>
          </p:nvPr>
        </p:nvSpPr>
        <p:spPr>
          <a:xfrm>
            <a:off x="355600" y="1748707"/>
            <a:ext cx="6739467" cy="773831"/>
          </a:xfrm>
          <a:prstGeom prst="rect">
            <a:avLst/>
          </a:prstGeom>
        </p:spPr>
        <p:txBody>
          <a:bodyPr vert="horz" lIns="91440" tIns="45720" rIns="91440" bIns="45720" rtlCol="0" anchor="t" anchorCtr="0">
            <a:normAutofit/>
          </a:bodyPr>
          <a:lstStyle>
            <a:lvl1pPr>
              <a:defRPr sz="3600">
                <a:solidFill>
                  <a:srgbClr val="FDBA12"/>
                </a:solidFill>
              </a:defRPr>
            </a:lvl1pPr>
          </a:lstStyle>
          <a:p>
            <a:r>
              <a:rPr lang="en-US" dirty="0"/>
              <a:t>Heading</a:t>
            </a:r>
            <a:endParaRPr lang="en-AU" dirty="0"/>
          </a:p>
        </p:txBody>
      </p:sp>
      <p:pic>
        <p:nvPicPr>
          <p:cNvPr id="6" name="Picture 5"/>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499299" y="498373"/>
            <a:ext cx="1642768" cy="608312"/>
          </a:xfrm>
          <a:prstGeom prst="rect">
            <a:avLst/>
          </a:prstGeom>
        </p:spPr>
      </p:pic>
    </p:spTree>
    <p:extLst>
      <p:ext uri="{BB962C8B-B14F-4D97-AF65-F5344CB8AC3E}">
        <p14:creationId xmlns:p14="http://schemas.microsoft.com/office/powerpoint/2010/main" val="37172731"/>
      </p:ext>
    </p:extLst>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showMasterSp="0" preserve="1" userDrawn="1">
  <p:cSld name="Closing Slide - Internal">
    <p:bg>
      <p:bgPr>
        <a:solidFill>
          <a:schemeClr val="bg1"/>
        </a:solidFill>
        <a:effectLst/>
      </p:bgPr>
    </p:bg>
    <p:spTree>
      <p:nvGrpSpPr>
        <p:cNvPr id="1" name=""/>
        <p:cNvGrpSpPr/>
        <p:nvPr/>
      </p:nvGrpSpPr>
      <p:grpSpPr>
        <a:xfrm>
          <a:off x="0" y="0"/>
          <a:ext cx="0" cy="0"/>
          <a:chOff x="0" y="0"/>
          <a:chExt cx="0" cy="0"/>
        </a:xfrm>
      </p:grpSpPr>
      <p:sp>
        <p:nvSpPr>
          <p:cNvPr id="18" name="Rectangle 17"/>
          <p:cNvSpPr/>
          <p:nvPr userDrawn="1"/>
        </p:nvSpPr>
        <p:spPr>
          <a:xfrm>
            <a:off x="0" y="4580467"/>
            <a:ext cx="12192000" cy="2277533"/>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AU" dirty="0"/>
          </a:p>
        </p:txBody>
      </p:sp>
      <p:pic>
        <p:nvPicPr>
          <p:cNvPr id="33" name="Picture 32"/>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3737238" y="1220602"/>
            <a:ext cx="4745753" cy="1757336"/>
          </a:xfrm>
          <a:prstGeom prst="rect">
            <a:avLst/>
          </a:prstGeom>
        </p:spPr>
      </p:pic>
      <p:sp>
        <p:nvSpPr>
          <p:cNvPr id="13" name="Text Placeholder 13"/>
          <p:cNvSpPr>
            <a:spLocks noGrp="1"/>
          </p:cNvSpPr>
          <p:nvPr>
            <p:ph type="body" sz="quarter" idx="14" hasCustomPrompt="1"/>
          </p:nvPr>
        </p:nvSpPr>
        <p:spPr>
          <a:xfrm>
            <a:off x="273653" y="4818955"/>
            <a:ext cx="11672924" cy="1715195"/>
          </a:xfrm>
          <a:prstGeom prst="rect">
            <a:avLst/>
          </a:prstGeom>
        </p:spPr>
        <p:txBody>
          <a:bodyPr anchor="ctr" anchorCtr="0"/>
          <a:lstStyle>
            <a:lvl1pPr marL="0" indent="0" algn="ctr">
              <a:buNone/>
              <a:defRPr sz="2800" baseline="0">
                <a:solidFill>
                  <a:schemeClr val="bg1"/>
                </a:solidFill>
                <a:latin typeface="Verdana" panose="020B0604030504040204" pitchFamily="34" charset="0"/>
                <a:ea typeface="Verdana" panose="020B0604030504040204" pitchFamily="34" charset="0"/>
                <a:cs typeface="Verdana" panose="020B0604030504040204" pitchFamily="34" charset="0"/>
              </a:defRPr>
            </a:lvl1pPr>
            <a:lvl2pPr marL="457200" indent="0">
              <a:buNone/>
              <a:defRPr sz="2000">
                <a:solidFill>
                  <a:schemeClr val="bg1"/>
                </a:solidFill>
                <a:latin typeface="Verdana" panose="020B0604030504040204" pitchFamily="34" charset="0"/>
                <a:ea typeface="Verdana" panose="020B0604030504040204" pitchFamily="34" charset="0"/>
                <a:cs typeface="Verdana" panose="020B0604030504040204" pitchFamily="34" charset="0"/>
              </a:defRPr>
            </a:lvl2pPr>
            <a:lvl3pPr marL="914400" indent="0">
              <a:buNone/>
              <a:defRPr sz="2000">
                <a:solidFill>
                  <a:schemeClr val="bg1"/>
                </a:solidFill>
                <a:latin typeface="Verdana" panose="020B0604030504040204" pitchFamily="34" charset="0"/>
                <a:ea typeface="Verdana" panose="020B0604030504040204" pitchFamily="34" charset="0"/>
                <a:cs typeface="Verdana" panose="020B0604030504040204" pitchFamily="34" charset="0"/>
              </a:defRPr>
            </a:lvl3pPr>
            <a:lvl4pPr marL="1371600" indent="0">
              <a:buNone/>
              <a:defRPr sz="2000">
                <a:solidFill>
                  <a:schemeClr val="bg1"/>
                </a:solidFill>
                <a:latin typeface="Verdana" panose="020B0604030504040204" pitchFamily="34" charset="0"/>
                <a:ea typeface="Verdana" panose="020B0604030504040204" pitchFamily="34" charset="0"/>
                <a:cs typeface="Verdana" panose="020B0604030504040204" pitchFamily="34" charset="0"/>
              </a:defRPr>
            </a:lvl4pPr>
            <a:lvl5pPr marL="1828800" indent="0">
              <a:buNone/>
              <a:defRPr sz="2000">
                <a:solidFill>
                  <a:schemeClr val="bg1"/>
                </a:solidFill>
                <a:latin typeface="Verdana" panose="020B0604030504040204" pitchFamily="34" charset="0"/>
                <a:ea typeface="Verdana" panose="020B0604030504040204" pitchFamily="34" charset="0"/>
                <a:cs typeface="Verdana" panose="020B0604030504040204" pitchFamily="34" charset="0"/>
              </a:defRPr>
            </a:lvl5pPr>
          </a:lstStyle>
          <a:p>
            <a:pPr lvl="0"/>
            <a:r>
              <a:rPr lang="en-AU" dirty="0"/>
              <a:t>Closing Statement</a:t>
            </a:r>
          </a:p>
        </p:txBody>
      </p:sp>
      <p:sp>
        <p:nvSpPr>
          <p:cNvPr id="6" name="TextBox 5"/>
          <p:cNvSpPr txBox="1"/>
          <p:nvPr userDrawn="1"/>
        </p:nvSpPr>
        <p:spPr>
          <a:xfrm>
            <a:off x="9344025" y="6534150"/>
            <a:ext cx="2727029" cy="200055"/>
          </a:xfrm>
          <a:prstGeom prst="rect">
            <a:avLst/>
          </a:prstGeom>
          <a:noFill/>
        </p:spPr>
        <p:txBody>
          <a:bodyPr wrap="none" rtlCol="0">
            <a:spAutoFit/>
          </a:bodyPr>
          <a:lstStyle/>
          <a:p>
            <a:r>
              <a:rPr lang="en-AU" sz="700" dirty="0">
                <a:solidFill>
                  <a:schemeClr val="bg1"/>
                </a:solidFill>
                <a:latin typeface="Verdana" panose="020B0604030504040204" pitchFamily="34" charset="0"/>
                <a:ea typeface="Verdana" panose="020B0604030504040204" pitchFamily="34" charset="0"/>
                <a:cs typeface="Verdana" panose="020B0604030504040204" pitchFamily="34" charset="0"/>
              </a:rPr>
              <a:t>CRICOS QLD 00244B | NSW 02225M TEQSA: PRV12081</a:t>
            </a:r>
          </a:p>
        </p:txBody>
      </p:sp>
    </p:spTree>
    <p:extLst>
      <p:ext uri="{BB962C8B-B14F-4D97-AF65-F5344CB8AC3E}">
        <p14:creationId xmlns:p14="http://schemas.microsoft.com/office/powerpoint/2010/main" val="3672781097"/>
      </p:ext>
    </p:extLst>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showMasterSp="0" preserve="1" userDrawn="1">
  <p:cSld name="Closing Slide - External">
    <p:bg>
      <p:bgPr>
        <a:solidFill>
          <a:schemeClr val="bg1"/>
        </a:solidFill>
        <a:effectLst/>
      </p:bgPr>
    </p:bg>
    <p:spTree>
      <p:nvGrpSpPr>
        <p:cNvPr id="1" name=""/>
        <p:cNvGrpSpPr/>
        <p:nvPr/>
      </p:nvGrpSpPr>
      <p:grpSpPr>
        <a:xfrm>
          <a:off x="0" y="0"/>
          <a:ext cx="0" cy="0"/>
          <a:chOff x="0" y="0"/>
          <a:chExt cx="0" cy="0"/>
        </a:xfrm>
      </p:grpSpPr>
      <p:sp>
        <p:nvSpPr>
          <p:cNvPr id="18" name="Rectangle 17"/>
          <p:cNvSpPr/>
          <p:nvPr userDrawn="1"/>
        </p:nvSpPr>
        <p:spPr>
          <a:xfrm>
            <a:off x="0" y="4580467"/>
            <a:ext cx="12192000" cy="2277533"/>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AU" dirty="0"/>
          </a:p>
        </p:txBody>
      </p:sp>
      <p:sp>
        <p:nvSpPr>
          <p:cNvPr id="19" name="TextBox 18"/>
          <p:cNvSpPr txBox="1"/>
          <p:nvPr userDrawn="1"/>
        </p:nvSpPr>
        <p:spPr>
          <a:xfrm>
            <a:off x="71375" y="4821614"/>
            <a:ext cx="3061516" cy="461665"/>
          </a:xfrm>
          <a:prstGeom prst="rect">
            <a:avLst/>
          </a:prstGeom>
          <a:noFill/>
        </p:spPr>
        <p:txBody>
          <a:bodyPr wrap="square" rtlCol="0">
            <a:spAutoFit/>
          </a:bodyPr>
          <a:lstStyle/>
          <a:p>
            <a:pPr algn="ctr"/>
            <a:r>
              <a:rPr lang="en-AU" sz="2400" b="1" dirty="0">
                <a:solidFill>
                  <a:schemeClr val="bg1"/>
                </a:solidFill>
                <a:latin typeface="Verdana" panose="020B0604030504040204" pitchFamily="34" charset="0"/>
                <a:ea typeface="Verdana" panose="020B0604030504040204" pitchFamily="34" charset="0"/>
                <a:cs typeface="Verdana" panose="020B0604030504040204" pitchFamily="34" charset="0"/>
              </a:rPr>
              <a:t>Find out more:</a:t>
            </a:r>
          </a:p>
        </p:txBody>
      </p:sp>
      <p:pic>
        <p:nvPicPr>
          <p:cNvPr id="26" name="Picture 25"/>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3523842" y="5963999"/>
            <a:ext cx="268082" cy="350681"/>
          </a:xfrm>
          <a:prstGeom prst="rect">
            <a:avLst/>
          </a:prstGeom>
        </p:spPr>
      </p:pic>
      <p:pic>
        <p:nvPicPr>
          <p:cNvPr id="27" name="Picture 26"/>
          <p:cNvPicPr>
            <a:picLocks noChangeAspect="1"/>
          </p:cNvPicPr>
          <p:nvPr userDrawn="1"/>
        </p:nvPicPr>
        <p:blipFill>
          <a:blip r:embed="rId3" cstate="print">
            <a:extLst>
              <a:ext uri="{28A0092B-C50C-407E-A947-70E740481C1C}">
                <a14:useLocalDpi xmlns:a14="http://schemas.microsoft.com/office/drawing/2010/main" val="0"/>
              </a:ext>
            </a:extLst>
          </a:blip>
          <a:stretch>
            <a:fillRect/>
          </a:stretch>
        </p:blipFill>
        <p:spPr>
          <a:xfrm>
            <a:off x="290741" y="5963999"/>
            <a:ext cx="303833" cy="373742"/>
          </a:xfrm>
          <a:prstGeom prst="rect">
            <a:avLst/>
          </a:prstGeom>
        </p:spPr>
      </p:pic>
      <p:pic>
        <p:nvPicPr>
          <p:cNvPr id="28" name="Picture 27"/>
          <p:cNvPicPr>
            <a:picLocks noChangeAspect="1"/>
          </p:cNvPicPr>
          <p:nvPr userDrawn="1"/>
        </p:nvPicPr>
        <p:blipFill>
          <a:blip r:embed="rId4" cstate="print">
            <a:extLst>
              <a:ext uri="{28A0092B-C50C-407E-A947-70E740481C1C}">
                <a14:useLocalDpi xmlns:a14="http://schemas.microsoft.com/office/drawing/2010/main" val="0"/>
              </a:ext>
            </a:extLst>
          </a:blip>
          <a:stretch>
            <a:fillRect/>
          </a:stretch>
        </p:blipFill>
        <p:spPr>
          <a:xfrm>
            <a:off x="290741" y="5419185"/>
            <a:ext cx="360964" cy="373742"/>
          </a:xfrm>
          <a:prstGeom prst="rect">
            <a:avLst/>
          </a:prstGeom>
        </p:spPr>
      </p:pic>
      <p:sp>
        <p:nvSpPr>
          <p:cNvPr id="29" name="Text Placeholder 13"/>
          <p:cNvSpPr>
            <a:spLocks noGrp="1"/>
          </p:cNvSpPr>
          <p:nvPr>
            <p:ph type="body" sz="quarter" idx="10"/>
          </p:nvPr>
        </p:nvSpPr>
        <p:spPr>
          <a:xfrm>
            <a:off x="792782" y="5963511"/>
            <a:ext cx="2383425" cy="570639"/>
          </a:xfrm>
          <a:prstGeom prst="rect">
            <a:avLst/>
          </a:prstGeom>
        </p:spPr>
        <p:txBody>
          <a:bodyPr/>
          <a:lstStyle>
            <a:lvl1pPr marL="0" indent="0">
              <a:buNone/>
              <a:defRPr sz="2000">
                <a:solidFill>
                  <a:schemeClr val="bg1"/>
                </a:solidFill>
                <a:latin typeface="Verdana" panose="020B0604030504040204" pitchFamily="34" charset="0"/>
                <a:ea typeface="Verdana" panose="020B0604030504040204" pitchFamily="34" charset="0"/>
                <a:cs typeface="Verdana" panose="020B0604030504040204" pitchFamily="34" charset="0"/>
              </a:defRPr>
            </a:lvl1pPr>
            <a:lvl2pPr marL="457200" indent="0">
              <a:buNone/>
              <a:defRPr sz="2000">
                <a:solidFill>
                  <a:schemeClr val="bg1"/>
                </a:solidFill>
                <a:latin typeface="Verdana" panose="020B0604030504040204" pitchFamily="34" charset="0"/>
                <a:ea typeface="Verdana" panose="020B0604030504040204" pitchFamily="34" charset="0"/>
                <a:cs typeface="Verdana" panose="020B0604030504040204" pitchFamily="34" charset="0"/>
              </a:defRPr>
            </a:lvl2pPr>
            <a:lvl3pPr marL="914400" indent="0">
              <a:buNone/>
              <a:defRPr sz="2000">
                <a:solidFill>
                  <a:schemeClr val="bg1"/>
                </a:solidFill>
                <a:latin typeface="Verdana" panose="020B0604030504040204" pitchFamily="34" charset="0"/>
                <a:ea typeface="Verdana" panose="020B0604030504040204" pitchFamily="34" charset="0"/>
                <a:cs typeface="Verdana" panose="020B0604030504040204" pitchFamily="34" charset="0"/>
              </a:defRPr>
            </a:lvl3pPr>
            <a:lvl4pPr marL="1371600" indent="0">
              <a:buNone/>
              <a:defRPr sz="2000">
                <a:solidFill>
                  <a:schemeClr val="bg1"/>
                </a:solidFill>
                <a:latin typeface="Verdana" panose="020B0604030504040204" pitchFamily="34" charset="0"/>
                <a:ea typeface="Verdana" panose="020B0604030504040204" pitchFamily="34" charset="0"/>
                <a:cs typeface="Verdana" panose="020B0604030504040204" pitchFamily="34" charset="0"/>
              </a:defRPr>
            </a:lvl4pPr>
            <a:lvl5pPr marL="1828800" indent="0">
              <a:buNone/>
              <a:defRPr sz="2000">
                <a:solidFill>
                  <a:schemeClr val="bg1"/>
                </a:solidFill>
                <a:latin typeface="Verdana" panose="020B0604030504040204" pitchFamily="34" charset="0"/>
                <a:ea typeface="Verdana" panose="020B0604030504040204" pitchFamily="34" charset="0"/>
                <a:cs typeface="Verdana" panose="020B0604030504040204" pitchFamily="34" charset="0"/>
              </a:defRPr>
            </a:lvl5pPr>
          </a:lstStyle>
          <a:p>
            <a:pPr lvl="0"/>
            <a:endParaRPr lang="en-AU" dirty="0"/>
          </a:p>
        </p:txBody>
      </p:sp>
      <p:sp>
        <p:nvSpPr>
          <p:cNvPr id="30" name="Text Placeholder 17"/>
          <p:cNvSpPr>
            <a:spLocks noGrp="1"/>
          </p:cNvSpPr>
          <p:nvPr>
            <p:ph type="body" sz="quarter" idx="12"/>
          </p:nvPr>
        </p:nvSpPr>
        <p:spPr>
          <a:xfrm>
            <a:off x="3968989" y="5973445"/>
            <a:ext cx="7949665" cy="560705"/>
          </a:xfrm>
          <a:prstGeom prst="rect">
            <a:avLst/>
          </a:prstGeom>
        </p:spPr>
        <p:txBody>
          <a:bodyPr/>
          <a:lstStyle>
            <a:lvl1pPr marL="0" indent="0">
              <a:buNone/>
              <a:defRPr sz="2000">
                <a:solidFill>
                  <a:schemeClr val="bg1"/>
                </a:solidFill>
                <a:latin typeface="Verdana" panose="020B0604030504040204" pitchFamily="34" charset="0"/>
                <a:ea typeface="Verdana" panose="020B0604030504040204" pitchFamily="34" charset="0"/>
                <a:cs typeface="Verdana" panose="020B0604030504040204" pitchFamily="34" charset="0"/>
              </a:defRPr>
            </a:lvl1pPr>
            <a:lvl2pPr marL="457200" indent="0">
              <a:buNone/>
              <a:defRPr sz="2000">
                <a:solidFill>
                  <a:schemeClr val="bg1"/>
                </a:solidFill>
                <a:latin typeface="Verdana" panose="020B0604030504040204" pitchFamily="34" charset="0"/>
                <a:ea typeface="Verdana" panose="020B0604030504040204" pitchFamily="34" charset="0"/>
                <a:cs typeface="Verdana" panose="020B0604030504040204" pitchFamily="34" charset="0"/>
              </a:defRPr>
            </a:lvl2pPr>
            <a:lvl3pPr marL="914400" indent="0">
              <a:buNone/>
              <a:defRPr sz="2000">
                <a:solidFill>
                  <a:schemeClr val="bg1"/>
                </a:solidFill>
                <a:latin typeface="Verdana" panose="020B0604030504040204" pitchFamily="34" charset="0"/>
                <a:ea typeface="Verdana" panose="020B0604030504040204" pitchFamily="34" charset="0"/>
                <a:cs typeface="Verdana" panose="020B0604030504040204" pitchFamily="34" charset="0"/>
              </a:defRPr>
            </a:lvl3pPr>
            <a:lvl4pPr marL="1371600" indent="0">
              <a:buNone/>
              <a:defRPr sz="2000">
                <a:solidFill>
                  <a:schemeClr val="bg1"/>
                </a:solidFill>
                <a:latin typeface="Verdana" panose="020B0604030504040204" pitchFamily="34" charset="0"/>
                <a:ea typeface="Verdana" panose="020B0604030504040204" pitchFamily="34" charset="0"/>
                <a:cs typeface="Verdana" panose="020B0604030504040204" pitchFamily="34" charset="0"/>
              </a:defRPr>
            </a:lvl4pPr>
            <a:lvl5pPr marL="1828800" indent="0">
              <a:buNone/>
              <a:defRPr sz="2000">
                <a:solidFill>
                  <a:schemeClr val="bg1"/>
                </a:solidFill>
                <a:latin typeface="Verdana" panose="020B0604030504040204" pitchFamily="34" charset="0"/>
                <a:ea typeface="Verdana" panose="020B0604030504040204" pitchFamily="34" charset="0"/>
                <a:cs typeface="Verdana" panose="020B0604030504040204" pitchFamily="34" charset="0"/>
              </a:defRPr>
            </a:lvl5pPr>
          </a:lstStyle>
          <a:p>
            <a:pPr lvl="0"/>
            <a:endParaRPr lang="en-AU" dirty="0"/>
          </a:p>
        </p:txBody>
      </p:sp>
      <p:sp>
        <p:nvSpPr>
          <p:cNvPr id="31" name="Text Placeholder 13"/>
          <p:cNvSpPr>
            <a:spLocks noGrp="1"/>
          </p:cNvSpPr>
          <p:nvPr>
            <p:ph type="body" sz="quarter" idx="13"/>
          </p:nvPr>
        </p:nvSpPr>
        <p:spPr>
          <a:xfrm>
            <a:off x="792782" y="5428904"/>
            <a:ext cx="11125872" cy="358990"/>
          </a:xfrm>
          <a:prstGeom prst="rect">
            <a:avLst/>
          </a:prstGeom>
        </p:spPr>
        <p:txBody>
          <a:bodyPr/>
          <a:lstStyle>
            <a:lvl1pPr marL="0" indent="0">
              <a:buNone/>
              <a:defRPr sz="2000">
                <a:solidFill>
                  <a:schemeClr val="bg1"/>
                </a:solidFill>
                <a:latin typeface="Verdana" panose="020B0604030504040204" pitchFamily="34" charset="0"/>
                <a:ea typeface="Verdana" panose="020B0604030504040204" pitchFamily="34" charset="0"/>
                <a:cs typeface="Verdana" panose="020B0604030504040204" pitchFamily="34" charset="0"/>
              </a:defRPr>
            </a:lvl1pPr>
            <a:lvl2pPr marL="457200" indent="0">
              <a:buNone/>
              <a:defRPr sz="2000">
                <a:solidFill>
                  <a:schemeClr val="bg1"/>
                </a:solidFill>
                <a:latin typeface="Verdana" panose="020B0604030504040204" pitchFamily="34" charset="0"/>
                <a:ea typeface="Verdana" panose="020B0604030504040204" pitchFamily="34" charset="0"/>
                <a:cs typeface="Verdana" panose="020B0604030504040204" pitchFamily="34" charset="0"/>
              </a:defRPr>
            </a:lvl2pPr>
            <a:lvl3pPr marL="914400" indent="0">
              <a:buNone/>
              <a:defRPr sz="2000">
                <a:solidFill>
                  <a:schemeClr val="bg1"/>
                </a:solidFill>
                <a:latin typeface="Verdana" panose="020B0604030504040204" pitchFamily="34" charset="0"/>
                <a:ea typeface="Verdana" panose="020B0604030504040204" pitchFamily="34" charset="0"/>
                <a:cs typeface="Verdana" panose="020B0604030504040204" pitchFamily="34" charset="0"/>
              </a:defRPr>
            </a:lvl3pPr>
            <a:lvl4pPr marL="1371600" indent="0">
              <a:buNone/>
              <a:defRPr sz="2000">
                <a:solidFill>
                  <a:schemeClr val="bg1"/>
                </a:solidFill>
                <a:latin typeface="Verdana" panose="020B0604030504040204" pitchFamily="34" charset="0"/>
                <a:ea typeface="Verdana" panose="020B0604030504040204" pitchFamily="34" charset="0"/>
                <a:cs typeface="Verdana" panose="020B0604030504040204" pitchFamily="34" charset="0"/>
              </a:defRPr>
            </a:lvl4pPr>
            <a:lvl5pPr marL="1828800" indent="0">
              <a:buNone/>
              <a:defRPr sz="2000">
                <a:solidFill>
                  <a:schemeClr val="bg1"/>
                </a:solidFill>
                <a:latin typeface="Verdana" panose="020B0604030504040204" pitchFamily="34" charset="0"/>
                <a:ea typeface="Verdana" panose="020B0604030504040204" pitchFamily="34" charset="0"/>
                <a:cs typeface="Verdana" panose="020B0604030504040204" pitchFamily="34" charset="0"/>
              </a:defRPr>
            </a:lvl5pPr>
          </a:lstStyle>
          <a:p>
            <a:pPr lvl="0"/>
            <a:endParaRPr lang="en-AU" dirty="0"/>
          </a:p>
        </p:txBody>
      </p:sp>
      <p:sp>
        <p:nvSpPr>
          <p:cNvPr id="14" name="Text Placeholder 13"/>
          <p:cNvSpPr>
            <a:spLocks noGrp="1"/>
          </p:cNvSpPr>
          <p:nvPr>
            <p:ph type="body" sz="quarter" idx="14" hasCustomPrompt="1"/>
          </p:nvPr>
        </p:nvSpPr>
        <p:spPr>
          <a:xfrm>
            <a:off x="0" y="3122149"/>
            <a:ext cx="12192000" cy="1083630"/>
          </a:xfrm>
          <a:prstGeom prst="rect">
            <a:avLst/>
          </a:prstGeom>
        </p:spPr>
        <p:txBody>
          <a:bodyPr anchor="ctr" anchorCtr="0"/>
          <a:lstStyle>
            <a:lvl1pPr marL="0" indent="0" algn="ctr">
              <a:buNone/>
              <a:defRPr sz="2800">
                <a:solidFill>
                  <a:schemeClr val="tx1"/>
                </a:solidFill>
                <a:latin typeface="Verdana" panose="020B0604030504040204" pitchFamily="34" charset="0"/>
                <a:ea typeface="Verdana" panose="020B0604030504040204" pitchFamily="34" charset="0"/>
                <a:cs typeface="Verdana" panose="020B0604030504040204" pitchFamily="34" charset="0"/>
              </a:defRPr>
            </a:lvl1pPr>
            <a:lvl2pPr marL="457200" indent="0">
              <a:buNone/>
              <a:defRPr sz="2000">
                <a:solidFill>
                  <a:schemeClr val="bg1"/>
                </a:solidFill>
                <a:latin typeface="Verdana" panose="020B0604030504040204" pitchFamily="34" charset="0"/>
                <a:ea typeface="Verdana" panose="020B0604030504040204" pitchFamily="34" charset="0"/>
                <a:cs typeface="Verdana" panose="020B0604030504040204" pitchFamily="34" charset="0"/>
              </a:defRPr>
            </a:lvl2pPr>
            <a:lvl3pPr marL="914400" indent="0">
              <a:buNone/>
              <a:defRPr sz="2000">
                <a:solidFill>
                  <a:schemeClr val="bg1"/>
                </a:solidFill>
                <a:latin typeface="Verdana" panose="020B0604030504040204" pitchFamily="34" charset="0"/>
                <a:ea typeface="Verdana" panose="020B0604030504040204" pitchFamily="34" charset="0"/>
                <a:cs typeface="Verdana" panose="020B0604030504040204" pitchFamily="34" charset="0"/>
              </a:defRPr>
            </a:lvl3pPr>
            <a:lvl4pPr marL="1371600" indent="0">
              <a:buNone/>
              <a:defRPr sz="2000">
                <a:solidFill>
                  <a:schemeClr val="bg1"/>
                </a:solidFill>
                <a:latin typeface="Verdana" panose="020B0604030504040204" pitchFamily="34" charset="0"/>
                <a:ea typeface="Verdana" panose="020B0604030504040204" pitchFamily="34" charset="0"/>
                <a:cs typeface="Verdana" panose="020B0604030504040204" pitchFamily="34" charset="0"/>
              </a:defRPr>
            </a:lvl4pPr>
            <a:lvl5pPr marL="1828800" indent="0">
              <a:buNone/>
              <a:defRPr sz="2000">
                <a:solidFill>
                  <a:schemeClr val="bg1"/>
                </a:solidFill>
                <a:latin typeface="Verdana" panose="020B0604030504040204" pitchFamily="34" charset="0"/>
                <a:ea typeface="Verdana" panose="020B0604030504040204" pitchFamily="34" charset="0"/>
                <a:cs typeface="Verdana" panose="020B0604030504040204" pitchFamily="34" charset="0"/>
              </a:defRPr>
            </a:lvl5pPr>
          </a:lstStyle>
          <a:p>
            <a:pPr lvl="0"/>
            <a:r>
              <a:rPr lang="en-AU" dirty="0"/>
              <a:t>Closing Text</a:t>
            </a:r>
          </a:p>
        </p:txBody>
      </p:sp>
      <p:sp>
        <p:nvSpPr>
          <p:cNvPr id="16" name="TextBox 15"/>
          <p:cNvSpPr txBox="1"/>
          <p:nvPr userDrawn="1"/>
        </p:nvSpPr>
        <p:spPr>
          <a:xfrm>
            <a:off x="9344025" y="6534150"/>
            <a:ext cx="2727029" cy="200055"/>
          </a:xfrm>
          <a:prstGeom prst="rect">
            <a:avLst/>
          </a:prstGeom>
          <a:noFill/>
        </p:spPr>
        <p:txBody>
          <a:bodyPr wrap="square" rtlCol="0">
            <a:spAutoFit/>
          </a:bodyPr>
          <a:lstStyle/>
          <a:p>
            <a:r>
              <a:rPr lang="en-AU" sz="700" dirty="0">
                <a:solidFill>
                  <a:schemeClr val="bg1"/>
                </a:solidFill>
                <a:latin typeface="Verdana" panose="020B0604030504040204" pitchFamily="34" charset="0"/>
                <a:ea typeface="Verdana" panose="020B0604030504040204" pitchFamily="34" charset="0"/>
                <a:cs typeface="Verdana" panose="020B0604030504040204" pitchFamily="34" charset="0"/>
              </a:rPr>
              <a:t>CRICOS QLD 00244B | NSW 02225M TEQSA: PRV12081</a:t>
            </a:r>
          </a:p>
        </p:txBody>
      </p:sp>
      <p:pic>
        <p:nvPicPr>
          <p:cNvPr id="15" name="Picture 14"/>
          <p:cNvPicPr>
            <a:picLocks noChangeAspect="1"/>
          </p:cNvPicPr>
          <p:nvPr userDrawn="1"/>
        </p:nvPicPr>
        <p:blipFill>
          <a:blip r:embed="rId5" cstate="print">
            <a:extLst>
              <a:ext uri="{28A0092B-C50C-407E-A947-70E740481C1C}">
                <a14:useLocalDpi xmlns:a14="http://schemas.microsoft.com/office/drawing/2010/main" val="0"/>
              </a:ext>
            </a:extLst>
          </a:blip>
          <a:stretch>
            <a:fillRect/>
          </a:stretch>
        </p:blipFill>
        <p:spPr>
          <a:xfrm>
            <a:off x="3723123" y="786215"/>
            <a:ext cx="4745753" cy="1835163"/>
          </a:xfrm>
          <a:prstGeom prst="rect">
            <a:avLst/>
          </a:prstGeom>
        </p:spPr>
      </p:pic>
    </p:spTree>
    <p:extLst>
      <p:ext uri="{BB962C8B-B14F-4D97-AF65-F5344CB8AC3E}">
        <p14:creationId xmlns:p14="http://schemas.microsoft.com/office/powerpoint/2010/main" val="354556143"/>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19.xml"/><Relationship Id="rId3" Type="http://schemas.openxmlformats.org/officeDocument/2006/relationships/slideLayout" Target="../slideLayouts/slideLayout14.xml"/><Relationship Id="rId7" Type="http://schemas.openxmlformats.org/officeDocument/2006/relationships/slideLayout" Target="../slideLayouts/slideLayout18.xml"/><Relationship Id="rId12" Type="http://schemas.openxmlformats.org/officeDocument/2006/relationships/theme" Target="../theme/theme2.xml"/><Relationship Id="rId2" Type="http://schemas.openxmlformats.org/officeDocument/2006/relationships/slideLayout" Target="../slideLayouts/slideLayout13.xml"/><Relationship Id="rId1" Type="http://schemas.openxmlformats.org/officeDocument/2006/relationships/slideLayout" Target="../slideLayouts/slideLayout12.xml"/><Relationship Id="rId6" Type="http://schemas.openxmlformats.org/officeDocument/2006/relationships/slideLayout" Target="../slideLayouts/slideLayout17.xml"/><Relationship Id="rId11" Type="http://schemas.openxmlformats.org/officeDocument/2006/relationships/slideLayout" Target="../slideLayouts/slideLayout22.xml"/><Relationship Id="rId5" Type="http://schemas.openxmlformats.org/officeDocument/2006/relationships/slideLayout" Target="../slideLayouts/slideLayout16.xml"/><Relationship Id="rId10" Type="http://schemas.openxmlformats.org/officeDocument/2006/relationships/slideLayout" Target="../slideLayouts/slideLayout21.xml"/><Relationship Id="rId4" Type="http://schemas.openxmlformats.org/officeDocument/2006/relationships/slideLayout" Target="../slideLayouts/slideLayout15.xml"/><Relationship Id="rId9" Type="http://schemas.openxmlformats.org/officeDocument/2006/relationships/slideLayout" Target="../slideLayouts/slideLayout20.xml"/></Relationships>
</file>

<file path=ppt/slideMasters/_rels/slideMaster3.xml.rels><?xml version="1.0" encoding="UTF-8" standalone="yes"?>
<Relationships xmlns="http://schemas.openxmlformats.org/package/2006/relationships"><Relationship Id="rId8" Type="http://schemas.openxmlformats.org/officeDocument/2006/relationships/slideLayout" Target="../slideLayouts/slideLayout30.xml"/><Relationship Id="rId3" Type="http://schemas.openxmlformats.org/officeDocument/2006/relationships/slideLayout" Target="../slideLayouts/slideLayout25.xml"/><Relationship Id="rId7" Type="http://schemas.openxmlformats.org/officeDocument/2006/relationships/slideLayout" Target="../slideLayouts/slideLayout29.xml"/><Relationship Id="rId2" Type="http://schemas.openxmlformats.org/officeDocument/2006/relationships/slideLayout" Target="../slideLayouts/slideLayout24.xml"/><Relationship Id="rId1" Type="http://schemas.openxmlformats.org/officeDocument/2006/relationships/slideLayout" Target="../slideLayouts/slideLayout23.xml"/><Relationship Id="rId6" Type="http://schemas.openxmlformats.org/officeDocument/2006/relationships/slideLayout" Target="../slideLayouts/slideLayout28.xml"/><Relationship Id="rId5" Type="http://schemas.openxmlformats.org/officeDocument/2006/relationships/slideLayout" Target="../slideLayouts/slideLayout27.xml"/><Relationship Id="rId4" Type="http://schemas.openxmlformats.org/officeDocument/2006/relationships/slideLayout" Target="../slideLayouts/slideLayout26.xml"/><Relationship Id="rId9" Type="http://schemas.openxmlformats.org/officeDocument/2006/relationships/theme" Target="../theme/theme3.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p:nvSpPr>
          <p:cNvPr id="20" name="Freeform 6" title="Page Number Shape"/>
          <p:cNvSpPr/>
          <p:nvPr/>
        </p:nvSpPr>
        <p:spPr bwMode="auto">
          <a:xfrm>
            <a:off x="11784011" y="5380580"/>
            <a:ext cx="407988" cy="819150"/>
          </a:xfrm>
          <a:custGeom>
            <a:avLst/>
            <a:gdLst/>
            <a:ahLst/>
            <a:cxnLst/>
            <a:rect l="0" t="0" r="r" b="b"/>
            <a:pathLst>
              <a:path w="1799" h="3612">
                <a:moveTo>
                  <a:pt x="1799" y="0"/>
                </a:moveTo>
                <a:lnTo>
                  <a:pt x="1799" y="3612"/>
                </a:lnTo>
                <a:lnTo>
                  <a:pt x="1686" y="3609"/>
                </a:lnTo>
                <a:lnTo>
                  <a:pt x="1574" y="3598"/>
                </a:lnTo>
                <a:lnTo>
                  <a:pt x="1464" y="3581"/>
                </a:lnTo>
                <a:lnTo>
                  <a:pt x="1357" y="3557"/>
                </a:lnTo>
                <a:lnTo>
                  <a:pt x="1251" y="3527"/>
                </a:lnTo>
                <a:lnTo>
                  <a:pt x="1150" y="3490"/>
                </a:lnTo>
                <a:lnTo>
                  <a:pt x="1050" y="3448"/>
                </a:lnTo>
                <a:lnTo>
                  <a:pt x="953" y="3401"/>
                </a:lnTo>
                <a:lnTo>
                  <a:pt x="860" y="3347"/>
                </a:lnTo>
                <a:lnTo>
                  <a:pt x="771" y="3289"/>
                </a:lnTo>
                <a:lnTo>
                  <a:pt x="686" y="3224"/>
                </a:lnTo>
                <a:lnTo>
                  <a:pt x="604" y="3156"/>
                </a:lnTo>
                <a:lnTo>
                  <a:pt x="527" y="3083"/>
                </a:lnTo>
                <a:lnTo>
                  <a:pt x="454" y="3005"/>
                </a:lnTo>
                <a:lnTo>
                  <a:pt x="386" y="2923"/>
                </a:lnTo>
                <a:lnTo>
                  <a:pt x="323" y="2838"/>
                </a:lnTo>
                <a:lnTo>
                  <a:pt x="265" y="2748"/>
                </a:lnTo>
                <a:lnTo>
                  <a:pt x="211" y="2655"/>
                </a:lnTo>
                <a:lnTo>
                  <a:pt x="163" y="2559"/>
                </a:lnTo>
                <a:lnTo>
                  <a:pt x="121" y="2459"/>
                </a:lnTo>
                <a:lnTo>
                  <a:pt x="85" y="2356"/>
                </a:lnTo>
                <a:lnTo>
                  <a:pt x="55" y="2251"/>
                </a:lnTo>
                <a:lnTo>
                  <a:pt x="32" y="2143"/>
                </a:lnTo>
                <a:lnTo>
                  <a:pt x="14" y="2033"/>
                </a:lnTo>
                <a:lnTo>
                  <a:pt x="4" y="1920"/>
                </a:lnTo>
                <a:lnTo>
                  <a:pt x="0" y="1806"/>
                </a:lnTo>
                <a:lnTo>
                  <a:pt x="4" y="1692"/>
                </a:lnTo>
                <a:lnTo>
                  <a:pt x="14" y="1580"/>
                </a:lnTo>
                <a:lnTo>
                  <a:pt x="32" y="1469"/>
                </a:lnTo>
                <a:lnTo>
                  <a:pt x="55" y="1362"/>
                </a:lnTo>
                <a:lnTo>
                  <a:pt x="85" y="1256"/>
                </a:lnTo>
                <a:lnTo>
                  <a:pt x="121" y="1154"/>
                </a:lnTo>
                <a:lnTo>
                  <a:pt x="163" y="1054"/>
                </a:lnTo>
                <a:lnTo>
                  <a:pt x="211" y="958"/>
                </a:lnTo>
                <a:lnTo>
                  <a:pt x="265" y="864"/>
                </a:lnTo>
                <a:lnTo>
                  <a:pt x="323" y="774"/>
                </a:lnTo>
                <a:lnTo>
                  <a:pt x="386" y="689"/>
                </a:lnTo>
                <a:lnTo>
                  <a:pt x="454" y="607"/>
                </a:lnTo>
                <a:lnTo>
                  <a:pt x="527" y="529"/>
                </a:lnTo>
                <a:lnTo>
                  <a:pt x="604" y="456"/>
                </a:lnTo>
                <a:lnTo>
                  <a:pt x="686" y="388"/>
                </a:lnTo>
                <a:lnTo>
                  <a:pt x="771" y="325"/>
                </a:lnTo>
                <a:lnTo>
                  <a:pt x="860" y="266"/>
                </a:lnTo>
                <a:lnTo>
                  <a:pt x="953" y="212"/>
                </a:lnTo>
                <a:lnTo>
                  <a:pt x="1050" y="164"/>
                </a:lnTo>
                <a:lnTo>
                  <a:pt x="1150" y="122"/>
                </a:lnTo>
                <a:lnTo>
                  <a:pt x="1251" y="85"/>
                </a:lnTo>
                <a:lnTo>
                  <a:pt x="1357" y="55"/>
                </a:lnTo>
                <a:lnTo>
                  <a:pt x="1464" y="32"/>
                </a:lnTo>
                <a:lnTo>
                  <a:pt x="1574" y="14"/>
                </a:lnTo>
                <a:lnTo>
                  <a:pt x="1686" y="5"/>
                </a:lnTo>
                <a:lnTo>
                  <a:pt x="1799" y="0"/>
                </a:lnTo>
                <a:close/>
              </a:path>
            </a:pathLst>
          </a:custGeom>
          <a:solidFill>
            <a:schemeClr val="accent1"/>
          </a:solidFill>
          <a:ln w="0">
            <a:noFill/>
            <a:prstDash val="solid"/>
            <a:round/>
            <a:headEnd/>
            <a:tailEnd/>
          </a:ln>
        </p:spPr>
        <p:txBody>
          <a:bodyPr/>
          <a:lstStyle/>
          <a:p>
            <a:endParaRPr lang="en-AU"/>
          </a:p>
        </p:txBody>
      </p:sp>
      <p:sp>
        <p:nvSpPr>
          <p:cNvPr id="2" name="Title Placeholder 1"/>
          <p:cNvSpPr>
            <a:spLocks noGrp="1"/>
          </p:cNvSpPr>
          <p:nvPr>
            <p:ph type="title"/>
          </p:nvPr>
        </p:nvSpPr>
        <p:spPr>
          <a:xfrm>
            <a:off x="762000" y="559678"/>
            <a:ext cx="3833906" cy="4952492"/>
          </a:xfrm>
          <a:prstGeom prst="rect">
            <a:avLst/>
          </a:prstGeom>
        </p:spPr>
        <p:txBody>
          <a:bodyPr vert="horz" lIns="91440" tIns="45720" rIns="91440" bIns="45720" rtlCol="0" anchor="t">
            <a:normAutofit/>
          </a:bodyPr>
          <a:lstStyle/>
          <a:p>
            <a:r>
              <a:rPr lang="en-US"/>
              <a:t>Click to edit Master title style</a:t>
            </a:r>
            <a:endParaRPr lang="en-US" dirty="0"/>
          </a:p>
        </p:txBody>
      </p:sp>
      <p:sp>
        <p:nvSpPr>
          <p:cNvPr id="3" name="Text Placeholder 2"/>
          <p:cNvSpPr>
            <a:spLocks noGrp="1"/>
          </p:cNvSpPr>
          <p:nvPr>
            <p:ph type="body" idx="1"/>
          </p:nvPr>
        </p:nvSpPr>
        <p:spPr>
          <a:xfrm>
            <a:off x="5181600" y="569066"/>
            <a:ext cx="6248398" cy="5655156"/>
          </a:xfrm>
          <a:prstGeom prst="rect">
            <a:avLst/>
          </a:prstGeom>
        </p:spPr>
        <p:txBody>
          <a:bodyPr vert="horz" lIns="91440" tIns="45720" rIns="91440" bIns="45720" rtlCol="0">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762001" y="5930060"/>
            <a:ext cx="3814856" cy="365125"/>
          </a:xfrm>
          <a:prstGeom prst="rect">
            <a:avLst/>
          </a:prstGeom>
        </p:spPr>
        <p:txBody>
          <a:bodyPr vert="horz" lIns="91440" tIns="45720" rIns="91440" bIns="45720" rtlCol="0" anchor="t"/>
          <a:lstStyle>
            <a:lvl1pPr algn="r">
              <a:defRPr sz="1000" b="0" i="1" baseline="0">
                <a:solidFill>
                  <a:schemeClr val="accent1"/>
                </a:solidFill>
                <a:latin typeface="+mj-lt"/>
              </a:defRPr>
            </a:lvl1pPr>
          </a:lstStyle>
          <a:p>
            <a:fld id="{897705DE-9461-4346-9D5D-B989155D24CE}" type="datetimeFigureOut">
              <a:rPr lang="en-AU" smtClean="0"/>
              <a:t>12/11/2025</a:t>
            </a:fld>
            <a:endParaRPr lang="en-AU"/>
          </a:p>
        </p:txBody>
      </p:sp>
      <p:sp>
        <p:nvSpPr>
          <p:cNvPr id="5" name="Footer Placeholder 4"/>
          <p:cNvSpPr>
            <a:spLocks noGrp="1"/>
          </p:cNvSpPr>
          <p:nvPr>
            <p:ph type="ftr" sz="quarter" idx="3"/>
          </p:nvPr>
        </p:nvSpPr>
        <p:spPr>
          <a:xfrm>
            <a:off x="762001" y="6314440"/>
            <a:ext cx="3814856" cy="365125"/>
          </a:xfrm>
          <a:prstGeom prst="rect">
            <a:avLst/>
          </a:prstGeom>
        </p:spPr>
        <p:txBody>
          <a:bodyPr vert="horz" lIns="91440" tIns="45720" rIns="91440" bIns="45720" rtlCol="0" anchor="t"/>
          <a:lstStyle>
            <a:lvl1pPr algn="r">
              <a:defRPr sz="1200" b="1" i="1" baseline="0">
                <a:solidFill>
                  <a:schemeClr val="accent1"/>
                </a:solidFill>
                <a:latin typeface="+mj-lt"/>
              </a:defRPr>
            </a:lvl1pPr>
          </a:lstStyle>
          <a:p>
            <a:endParaRPr lang="en-AU"/>
          </a:p>
        </p:txBody>
      </p:sp>
      <p:sp>
        <p:nvSpPr>
          <p:cNvPr id="6" name="Slide Number Placeholder 5"/>
          <p:cNvSpPr>
            <a:spLocks noGrp="1"/>
          </p:cNvSpPr>
          <p:nvPr>
            <p:ph type="sldNum" sz="quarter" idx="4"/>
          </p:nvPr>
        </p:nvSpPr>
        <p:spPr>
          <a:xfrm>
            <a:off x="11784011" y="5607592"/>
            <a:ext cx="407988" cy="365125"/>
          </a:xfrm>
          <a:prstGeom prst="rect">
            <a:avLst/>
          </a:prstGeom>
        </p:spPr>
        <p:txBody>
          <a:bodyPr vert="horz" lIns="91440" tIns="45720" rIns="91440" bIns="45720" rtlCol="0" anchor="ctr"/>
          <a:lstStyle>
            <a:lvl1pPr algn="r">
              <a:defRPr sz="1200" b="0" i="1" baseline="0">
                <a:solidFill>
                  <a:schemeClr val="bg2"/>
                </a:solidFill>
                <a:latin typeface="+mj-lt"/>
              </a:defRPr>
            </a:lvl1pPr>
          </a:lstStyle>
          <a:p>
            <a:fld id="{A6177A87-3B7D-44CC-8271-C4C65D11800F}" type="slidenum">
              <a:rPr lang="en-AU" smtClean="0"/>
              <a:t>‹#›</a:t>
            </a:fld>
            <a:endParaRPr lang="en-AU"/>
          </a:p>
        </p:txBody>
      </p:sp>
      <p:cxnSp>
        <p:nvCxnSpPr>
          <p:cNvPr id="10" name="Straight Connector 9" title="Horizontal Rule Line"/>
          <p:cNvCxnSpPr/>
          <p:nvPr/>
        </p:nvCxnSpPr>
        <p:spPr>
          <a:xfrm>
            <a:off x="0" y="6199730"/>
            <a:ext cx="4495800" cy="0"/>
          </a:xfrm>
          <a:prstGeom prst="line">
            <a:avLst/>
          </a:prstGeom>
          <a:ln w="25400">
            <a:solidFill>
              <a:schemeClr val="accent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4286184732"/>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txStyles>
    <p:titleStyle>
      <a:lvl1pPr algn="r" defTabSz="914400" rtl="0" eaLnBrk="1" latinLnBrk="0" hangingPunct="1">
        <a:lnSpc>
          <a:spcPct val="90000"/>
        </a:lnSpc>
        <a:spcBef>
          <a:spcPct val="0"/>
        </a:spcBef>
        <a:buNone/>
        <a:defRPr sz="5000" b="0" i="1" kern="1200" baseline="0">
          <a:solidFill>
            <a:schemeClr val="accent1"/>
          </a:solidFill>
          <a:latin typeface="+mj-lt"/>
          <a:ea typeface="+mj-ea"/>
          <a:cs typeface="+mj-cs"/>
        </a:defRPr>
      </a:lvl1pPr>
    </p:titleStyle>
    <p:bodyStyle>
      <a:lvl1pPr marL="283464" indent="-283464" algn="l" defTabSz="914400" rtl="0" eaLnBrk="1" latinLnBrk="0" hangingPunct="1">
        <a:lnSpc>
          <a:spcPct val="112000"/>
        </a:lnSpc>
        <a:spcBef>
          <a:spcPts val="900"/>
        </a:spcBef>
        <a:buFont typeface="Arial" panose="020B0604020202020204" pitchFamily="34" charset="0"/>
        <a:buChar char="•"/>
        <a:defRPr sz="2000" kern="1200" baseline="0">
          <a:solidFill>
            <a:schemeClr val="tx1">
              <a:lumMod val="85000"/>
              <a:lumOff val="15000"/>
            </a:schemeClr>
          </a:solidFill>
          <a:latin typeface="+mn-lt"/>
          <a:ea typeface="+mn-ea"/>
          <a:cs typeface="+mn-cs"/>
        </a:defRPr>
      </a:lvl1pPr>
      <a:lvl2pPr marL="685800" indent="-283464" algn="l" defTabSz="914400" rtl="0" eaLnBrk="1" latinLnBrk="0" hangingPunct="1">
        <a:lnSpc>
          <a:spcPct val="112000"/>
        </a:lnSpc>
        <a:spcBef>
          <a:spcPts val="900"/>
        </a:spcBef>
        <a:buFont typeface="Corbel" panose="020B0503020204020204" pitchFamily="34" charset="0"/>
        <a:buChar char="–"/>
        <a:defRPr sz="1800" kern="1200" baseline="0">
          <a:solidFill>
            <a:schemeClr val="tx1">
              <a:lumMod val="85000"/>
              <a:lumOff val="15000"/>
            </a:schemeClr>
          </a:solidFill>
          <a:latin typeface="+mn-lt"/>
          <a:ea typeface="+mn-ea"/>
          <a:cs typeface="+mn-cs"/>
        </a:defRPr>
      </a:lvl2pPr>
      <a:lvl3pPr marL="1143000" indent="-283464" algn="l" defTabSz="914400" rtl="0" eaLnBrk="1" latinLnBrk="0" hangingPunct="1">
        <a:lnSpc>
          <a:spcPct val="112000"/>
        </a:lnSpc>
        <a:spcBef>
          <a:spcPts val="900"/>
        </a:spcBef>
        <a:buFont typeface="Arial" panose="020B0604020202020204" pitchFamily="34" charset="0"/>
        <a:buChar char="•"/>
        <a:defRPr sz="1600" kern="1200" baseline="0">
          <a:solidFill>
            <a:schemeClr val="tx1">
              <a:lumMod val="85000"/>
              <a:lumOff val="15000"/>
            </a:schemeClr>
          </a:solidFill>
          <a:latin typeface="+mn-lt"/>
          <a:ea typeface="+mn-ea"/>
          <a:cs typeface="+mn-cs"/>
        </a:defRPr>
      </a:lvl3pPr>
      <a:lvl4pPr marL="1600200" indent="-283464" algn="l" defTabSz="914400" rtl="0" eaLnBrk="1" latinLnBrk="0" hangingPunct="1">
        <a:lnSpc>
          <a:spcPct val="112000"/>
        </a:lnSpc>
        <a:spcBef>
          <a:spcPts val="900"/>
        </a:spcBef>
        <a:buFont typeface="Corbel" panose="020B0503020204020204" pitchFamily="34" charset="0"/>
        <a:buChar char="–"/>
        <a:defRPr sz="1400" kern="1200" baseline="0">
          <a:solidFill>
            <a:schemeClr val="tx1">
              <a:lumMod val="85000"/>
              <a:lumOff val="15000"/>
            </a:schemeClr>
          </a:solidFill>
          <a:latin typeface="+mn-lt"/>
          <a:ea typeface="+mn-ea"/>
          <a:cs typeface="+mn-cs"/>
        </a:defRPr>
      </a:lvl4pPr>
      <a:lvl5pPr marL="2057400" indent="-283464" algn="l" defTabSz="914400" rtl="0" eaLnBrk="1" latinLnBrk="0" hangingPunct="1">
        <a:lnSpc>
          <a:spcPct val="112000"/>
        </a:lnSpc>
        <a:spcBef>
          <a:spcPts val="900"/>
        </a:spcBef>
        <a:buFont typeface="Arial" panose="020B0604020202020204" pitchFamily="34" charset="0"/>
        <a:buChar char="•"/>
        <a:defRPr sz="1400" i="1" kern="1200" baseline="0">
          <a:solidFill>
            <a:schemeClr val="tx1">
              <a:lumMod val="85000"/>
              <a:lumOff val="15000"/>
            </a:schemeClr>
          </a:solidFill>
          <a:latin typeface="+mn-lt"/>
          <a:ea typeface="+mn-ea"/>
          <a:cs typeface="+mn-cs"/>
        </a:defRPr>
      </a:lvl5pPr>
      <a:lvl6pPr marL="2514600" indent="-283464" algn="l" defTabSz="914400" rtl="0" eaLnBrk="1" latinLnBrk="0" hangingPunct="1">
        <a:lnSpc>
          <a:spcPct val="112000"/>
        </a:lnSpc>
        <a:spcBef>
          <a:spcPts val="1300"/>
        </a:spcBef>
        <a:buFont typeface="Corbel" panose="020B0503020204020204" pitchFamily="34" charset="0"/>
        <a:buChar char="–"/>
        <a:defRPr sz="1400" kern="1200">
          <a:solidFill>
            <a:schemeClr val="tx1">
              <a:lumMod val="85000"/>
              <a:lumOff val="15000"/>
            </a:schemeClr>
          </a:solidFill>
          <a:latin typeface="+mn-lt"/>
          <a:ea typeface="+mn-ea"/>
          <a:cs typeface="+mn-cs"/>
        </a:defRPr>
      </a:lvl6pPr>
      <a:lvl7pPr marL="2971800" indent="-283464" algn="l" defTabSz="914400" rtl="0" eaLnBrk="1" latinLnBrk="0" hangingPunct="1">
        <a:lnSpc>
          <a:spcPct val="112000"/>
        </a:lnSpc>
        <a:spcBef>
          <a:spcPts val="1300"/>
        </a:spcBef>
        <a:buFont typeface="Arial" panose="020B0604020202020204" pitchFamily="34" charset="0"/>
        <a:buChar char="•"/>
        <a:defRPr sz="1400" i="1" kern="1200">
          <a:solidFill>
            <a:schemeClr val="tx1">
              <a:lumMod val="85000"/>
              <a:lumOff val="15000"/>
            </a:schemeClr>
          </a:solidFill>
          <a:latin typeface="+mn-lt"/>
          <a:ea typeface="+mn-ea"/>
          <a:cs typeface="+mn-cs"/>
        </a:defRPr>
      </a:lvl7pPr>
      <a:lvl8pPr marL="3429000" indent="-283464" algn="l" defTabSz="914400" rtl="0" eaLnBrk="1" latinLnBrk="0" hangingPunct="1">
        <a:lnSpc>
          <a:spcPct val="112000"/>
        </a:lnSpc>
        <a:spcBef>
          <a:spcPts val="1300"/>
        </a:spcBef>
        <a:buFont typeface="Corbel" panose="020B0503020204020204" pitchFamily="34" charset="0"/>
        <a:buChar char="–"/>
        <a:defRPr sz="1400" kern="1200">
          <a:solidFill>
            <a:schemeClr val="tx1">
              <a:lumMod val="85000"/>
              <a:lumOff val="15000"/>
            </a:schemeClr>
          </a:solidFill>
          <a:latin typeface="+mn-lt"/>
          <a:ea typeface="+mn-ea"/>
          <a:cs typeface="+mn-cs"/>
        </a:defRPr>
      </a:lvl8pPr>
      <a:lvl9pPr marL="3886200" indent="-283464" algn="l" defTabSz="914400" rtl="0" eaLnBrk="1" latinLnBrk="0" hangingPunct="1">
        <a:lnSpc>
          <a:spcPct val="112000"/>
        </a:lnSpc>
        <a:spcBef>
          <a:spcPts val="1300"/>
        </a:spcBef>
        <a:buFont typeface="Arial" panose="020B0604020202020204" pitchFamily="34" charset="0"/>
        <a:buChar char="•"/>
        <a:defRPr sz="1400" i="1" kern="1200" baseline="0">
          <a:solidFill>
            <a:schemeClr val="tx1">
              <a:lumMod val="85000"/>
              <a:lumOff val="15000"/>
            </a:schemeClr>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pos="2832">
          <p15:clr>
            <a:srgbClr val="F26B43"/>
          </p15:clr>
        </p15:guide>
        <p15:guide id="2" pos="480">
          <p15:clr>
            <a:srgbClr val="F26B43"/>
          </p15:clr>
        </p15:guide>
        <p15:guide id="3" orient="horz" pos="432">
          <p15:clr>
            <a:srgbClr val="F26B43"/>
          </p15:clr>
        </p15:guide>
        <p15:guide id="4" pos="7200">
          <p15:clr>
            <a:srgbClr val="F26B43"/>
          </p15:clr>
        </p15:guide>
        <p15:guide id="5" pos="3264">
          <p15:clr>
            <a:srgbClr val="F26B43"/>
          </p15:clr>
        </p15:guide>
      </p15:sldGuideLst>
    </p:ext>
  </p:extLst>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p:nvSpPr>
          <p:cNvPr id="20" name="Freeform 6" title="Page Number Shape"/>
          <p:cNvSpPr/>
          <p:nvPr/>
        </p:nvSpPr>
        <p:spPr bwMode="auto">
          <a:xfrm>
            <a:off x="11784011" y="5380580"/>
            <a:ext cx="407988" cy="819150"/>
          </a:xfrm>
          <a:custGeom>
            <a:avLst/>
            <a:gdLst/>
            <a:ahLst/>
            <a:cxnLst/>
            <a:rect l="0" t="0" r="r" b="b"/>
            <a:pathLst>
              <a:path w="1799" h="3612">
                <a:moveTo>
                  <a:pt x="1799" y="0"/>
                </a:moveTo>
                <a:lnTo>
                  <a:pt x="1799" y="3612"/>
                </a:lnTo>
                <a:lnTo>
                  <a:pt x="1686" y="3609"/>
                </a:lnTo>
                <a:lnTo>
                  <a:pt x="1574" y="3598"/>
                </a:lnTo>
                <a:lnTo>
                  <a:pt x="1464" y="3581"/>
                </a:lnTo>
                <a:lnTo>
                  <a:pt x="1357" y="3557"/>
                </a:lnTo>
                <a:lnTo>
                  <a:pt x="1251" y="3527"/>
                </a:lnTo>
                <a:lnTo>
                  <a:pt x="1150" y="3490"/>
                </a:lnTo>
                <a:lnTo>
                  <a:pt x="1050" y="3448"/>
                </a:lnTo>
                <a:lnTo>
                  <a:pt x="953" y="3401"/>
                </a:lnTo>
                <a:lnTo>
                  <a:pt x="860" y="3347"/>
                </a:lnTo>
                <a:lnTo>
                  <a:pt x="771" y="3289"/>
                </a:lnTo>
                <a:lnTo>
                  <a:pt x="686" y="3224"/>
                </a:lnTo>
                <a:lnTo>
                  <a:pt x="604" y="3156"/>
                </a:lnTo>
                <a:lnTo>
                  <a:pt x="527" y="3083"/>
                </a:lnTo>
                <a:lnTo>
                  <a:pt x="454" y="3005"/>
                </a:lnTo>
                <a:lnTo>
                  <a:pt x="386" y="2923"/>
                </a:lnTo>
                <a:lnTo>
                  <a:pt x="323" y="2838"/>
                </a:lnTo>
                <a:lnTo>
                  <a:pt x="265" y="2748"/>
                </a:lnTo>
                <a:lnTo>
                  <a:pt x="211" y="2655"/>
                </a:lnTo>
                <a:lnTo>
                  <a:pt x="163" y="2559"/>
                </a:lnTo>
                <a:lnTo>
                  <a:pt x="121" y="2459"/>
                </a:lnTo>
                <a:lnTo>
                  <a:pt x="85" y="2356"/>
                </a:lnTo>
                <a:lnTo>
                  <a:pt x="55" y="2251"/>
                </a:lnTo>
                <a:lnTo>
                  <a:pt x="32" y="2143"/>
                </a:lnTo>
                <a:lnTo>
                  <a:pt x="14" y="2033"/>
                </a:lnTo>
                <a:lnTo>
                  <a:pt x="4" y="1920"/>
                </a:lnTo>
                <a:lnTo>
                  <a:pt x="0" y="1806"/>
                </a:lnTo>
                <a:lnTo>
                  <a:pt x="4" y="1692"/>
                </a:lnTo>
                <a:lnTo>
                  <a:pt x="14" y="1580"/>
                </a:lnTo>
                <a:lnTo>
                  <a:pt x="32" y="1469"/>
                </a:lnTo>
                <a:lnTo>
                  <a:pt x="55" y="1362"/>
                </a:lnTo>
                <a:lnTo>
                  <a:pt x="85" y="1256"/>
                </a:lnTo>
                <a:lnTo>
                  <a:pt x="121" y="1154"/>
                </a:lnTo>
                <a:lnTo>
                  <a:pt x="163" y="1054"/>
                </a:lnTo>
                <a:lnTo>
                  <a:pt x="211" y="958"/>
                </a:lnTo>
                <a:lnTo>
                  <a:pt x="265" y="864"/>
                </a:lnTo>
                <a:lnTo>
                  <a:pt x="323" y="774"/>
                </a:lnTo>
                <a:lnTo>
                  <a:pt x="386" y="689"/>
                </a:lnTo>
                <a:lnTo>
                  <a:pt x="454" y="607"/>
                </a:lnTo>
                <a:lnTo>
                  <a:pt x="527" y="529"/>
                </a:lnTo>
                <a:lnTo>
                  <a:pt x="604" y="456"/>
                </a:lnTo>
                <a:lnTo>
                  <a:pt x="686" y="388"/>
                </a:lnTo>
                <a:lnTo>
                  <a:pt x="771" y="325"/>
                </a:lnTo>
                <a:lnTo>
                  <a:pt x="860" y="266"/>
                </a:lnTo>
                <a:lnTo>
                  <a:pt x="953" y="212"/>
                </a:lnTo>
                <a:lnTo>
                  <a:pt x="1050" y="164"/>
                </a:lnTo>
                <a:lnTo>
                  <a:pt x="1150" y="122"/>
                </a:lnTo>
                <a:lnTo>
                  <a:pt x="1251" y="85"/>
                </a:lnTo>
                <a:lnTo>
                  <a:pt x="1357" y="55"/>
                </a:lnTo>
                <a:lnTo>
                  <a:pt x="1464" y="32"/>
                </a:lnTo>
                <a:lnTo>
                  <a:pt x="1574" y="14"/>
                </a:lnTo>
                <a:lnTo>
                  <a:pt x="1686" y="5"/>
                </a:lnTo>
                <a:lnTo>
                  <a:pt x="1799" y="0"/>
                </a:lnTo>
                <a:close/>
              </a:path>
            </a:pathLst>
          </a:custGeom>
          <a:solidFill>
            <a:schemeClr val="accent1"/>
          </a:solidFill>
          <a:ln w="0">
            <a:noFill/>
            <a:prstDash val="solid"/>
            <a:round/>
            <a:headEnd/>
            <a:tailEnd/>
          </a:ln>
        </p:spPr>
        <p:txBody>
          <a:bodyPr/>
          <a:lstStyle/>
          <a:p>
            <a:endParaRPr lang="en-AU"/>
          </a:p>
        </p:txBody>
      </p:sp>
      <p:sp>
        <p:nvSpPr>
          <p:cNvPr id="2" name="Title Placeholder 1"/>
          <p:cNvSpPr>
            <a:spLocks noGrp="1"/>
          </p:cNvSpPr>
          <p:nvPr>
            <p:ph type="title"/>
          </p:nvPr>
        </p:nvSpPr>
        <p:spPr>
          <a:xfrm>
            <a:off x="762000" y="559678"/>
            <a:ext cx="3833906" cy="4952492"/>
          </a:xfrm>
          <a:prstGeom prst="rect">
            <a:avLst/>
          </a:prstGeom>
        </p:spPr>
        <p:txBody>
          <a:bodyPr vert="horz" lIns="91440" tIns="45720" rIns="91440" bIns="45720" rtlCol="0" anchor="t">
            <a:normAutofit/>
          </a:bodyPr>
          <a:lstStyle/>
          <a:p>
            <a:r>
              <a:rPr lang="en-US"/>
              <a:t>Click to edit Master title style</a:t>
            </a:r>
            <a:endParaRPr lang="en-US" dirty="0"/>
          </a:p>
        </p:txBody>
      </p:sp>
      <p:sp>
        <p:nvSpPr>
          <p:cNvPr id="3" name="Text Placeholder 2"/>
          <p:cNvSpPr>
            <a:spLocks noGrp="1"/>
          </p:cNvSpPr>
          <p:nvPr>
            <p:ph type="body" idx="1"/>
          </p:nvPr>
        </p:nvSpPr>
        <p:spPr>
          <a:xfrm>
            <a:off x="5181600" y="569066"/>
            <a:ext cx="6248398" cy="5655156"/>
          </a:xfrm>
          <a:prstGeom prst="rect">
            <a:avLst/>
          </a:prstGeom>
        </p:spPr>
        <p:txBody>
          <a:bodyPr vert="horz" lIns="91440" tIns="45720" rIns="91440" bIns="45720" rtlCol="0">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762001" y="5930060"/>
            <a:ext cx="3814856" cy="365125"/>
          </a:xfrm>
          <a:prstGeom prst="rect">
            <a:avLst/>
          </a:prstGeom>
        </p:spPr>
        <p:txBody>
          <a:bodyPr vert="horz" lIns="91440" tIns="45720" rIns="91440" bIns="45720" rtlCol="0" anchor="t"/>
          <a:lstStyle>
            <a:lvl1pPr algn="r">
              <a:defRPr sz="1000" b="0" i="1" baseline="0">
                <a:solidFill>
                  <a:schemeClr val="accent1"/>
                </a:solidFill>
                <a:latin typeface="+mj-lt"/>
              </a:defRPr>
            </a:lvl1pPr>
          </a:lstStyle>
          <a:p>
            <a:fld id="{6FF4C0AC-8F00-4C36-BECA-59F9CAB32155}" type="datetimeFigureOut">
              <a:rPr lang="en-AU" smtClean="0"/>
              <a:t>12/11/2025</a:t>
            </a:fld>
            <a:endParaRPr lang="en-AU"/>
          </a:p>
        </p:txBody>
      </p:sp>
      <p:sp>
        <p:nvSpPr>
          <p:cNvPr id="5" name="Footer Placeholder 4"/>
          <p:cNvSpPr>
            <a:spLocks noGrp="1"/>
          </p:cNvSpPr>
          <p:nvPr>
            <p:ph type="ftr" sz="quarter" idx="3"/>
          </p:nvPr>
        </p:nvSpPr>
        <p:spPr>
          <a:xfrm>
            <a:off x="762001" y="6314440"/>
            <a:ext cx="3814856" cy="365125"/>
          </a:xfrm>
          <a:prstGeom prst="rect">
            <a:avLst/>
          </a:prstGeom>
        </p:spPr>
        <p:txBody>
          <a:bodyPr vert="horz" lIns="91440" tIns="45720" rIns="91440" bIns="45720" rtlCol="0" anchor="t"/>
          <a:lstStyle>
            <a:lvl1pPr algn="r">
              <a:defRPr sz="1200" b="1" i="1" baseline="0">
                <a:solidFill>
                  <a:schemeClr val="accent1"/>
                </a:solidFill>
                <a:latin typeface="+mj-lt"/>
              </a:defRPr>
            </a:lvl1pPr>
          </a:lstStyle>
          <a:p>
            <a:endParaRPr lang="en-AU"/>
          </a:p>
        </p:txBody>
      </p:sp>
      <p:sp>
        <p:nvSpPr>
          <p:cNvPr id="6" name="Slide Number Placeholder 5"/>
          <p:cNvSpPr>
            <a:spLocks noGrp="1"/>
          </p:cNvSpPr>
          <p:nvPr>
            <p:ph type="sldNum" sz="quarter" idx="4"/>
          </p:nvPr>
        </p:nvSpPr>
        <p:spPr>
          <a:xfrm>
            <a:off x="11784011" y="5607592"/>
            <a:ext cx="407988" cy="365125"/>
          </a:xfrm>
          <a:prstGeom prst="rect">
            <a:avLst/>
          </a:prstGeom>
        </p:spPr>
        <p:txBody>
          <a:bodyPr vert="horz" lIns="91440" tIns="45720" rIns="91440" bIns="45720" rtlCol="0" anchor="ctr"/>
          <a:lstStyle>
            <a:lvl1pPr algn="r">
              <a:defRPr sz="1200" b="0" i="1" baseline="0">
                <a:solidFill>
                  <a:schemeClr val="bg2"/>
                </a:solidFill>
                <a:latin typeface="+mj-lt"/>
              </a:defRPr>
            </a:lvl1pPr>
          </a:lstStyle>
          <a:p>
            <a:fld id="{FA146F22-928D-4C3B-8A28-BBB0702861D3}" type="slidenum">
              <a:rPr lang="en-AU" smtClean="0"/>
              <a:t>‹#›</a:t>
            </a:fld>
            <a:endParaRPr lang="en-AU"/>
          </a:p>
        </p:txBody>
      </p:sp>
      <p:cxnSp>
        <p:nvCxnSpPr>
          <p:cNvPr id="10" name="Straight Connector 9" title="Horizontal Rule Line"/>
          <p:cNvCxnSpPr/>
          <p:nvPr/>
        </p:nvCxnSpPr>
        <p:spPr>
          <a:xfrm>
            <a:off x="0" y="6199730"/>
            <a:ext cx="4495800" cy="0"/>
          </a:xfrm>
          <a:prstGeom prst="line">
            <a:avLst/>
          </a:prstGeom>
          <a:ln w="25400">
            <a:solidFill>
              <a:schemeClr val="accent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045567924"/>
      </p:ext>
    </p:extLst>
  </p:cSld>
  <p:clrMap bg1="lt1" tx1="dk1" bg2="lt2" tx2="dk2" accent1="accent1" accent2="accent2" accent3="accent3" accent4="accent4" accent5="accent5" accent6="accent6" hlink="hlink" folHlink="folHlink"/>
  <p:sldLayoutIdLst>
    <p:sldLayoutId id="2147483673" r:id="rId1"/>
    <p:sldLayoutId id="2147483674" r:id="rId2"/>
    <p:sldLayoutId id="2147483675" r:id="rId3"/>
    <p:sldLayoutId id="2147483676" r:id="rId4"/>
    <p:sldLayoutId id="2147483677" r:id="rId5"/>
    <p:sldLayoutId id="2147483678" r:id="rId6"/>
    <p:sldLayoutId id="2147483679" r:id="rId7"/>
    <p:sldLayoutId id="2147483680" r:id="rId8"/>
    <p:sldLayoutId id="2147483681" r:id="rId9"/>
    <p:sldLayoutId id="2147483682" r:id="rId10"/>
    <p:sldLayoutId id="2147483683" r:id="rId11"/>
  </p:sldLayoutIdLst>
  <p:txStyles>
    <p:titleStyle>
      <a:lvl1pPr algn="r" defTabSz="914400" rtl="0" eaLnBrk="1" latinLnBrk="0" hangingPunct="1">
        <a:lnSpc>
          <a:spcPct val="90000"/>
        </a:lnSpc>
        <a:spcBef>
          <a:spcPct val="0"/>
        </a:spcBef>
        <a:buNone/>
        <a:defRPr sz="5000" b="0" i="1" kern="1200" baseline="0">
          <a:solidFill>
            <a:schemeClr val="accent1"/>
          </a:solidFill>
          <a:latin typeface="+mj-lt"/>
          <a:ea typeface="+mj-ea"/>
          <a:cs typeface="+mj-cs"/>
        </a:defRPr>
      </a:lvl1pPr>
    </p:titleStyle>
    <p:bodyStyle>
      <a:lvl1pPr marL="283464" indent="-283464" algn="l" defTabSz="914400" rtl="0" eaLnBrk="1" latinLnBrk="0" hangingPunct="1">
        <a:lnSpc>
          <a:spcPct val="112000"/>
        </a:lnSpc>
        <a:spcBef>
          <a:spcPts val="900"/>
        </a:spcBef>
        <a:buFont typeface="Arial" panose="020B0604020202020204" pitchFamily="34" charset="0"/>
        <a:buChar char="•"/>
        <a:defRPr sz="2000" kern="1200" baseline="0">
          <a:solidFill>
            <a:schemeClr val="tx1">
              <a:lumMod val="85000"/>
              <a:lumOff val="15000"/>
            </a:schemeClr>
          </a:solidFill>
          <a:latin typeface="+mn-lt"/>
          <a:ea typeface="+mn-ea"/>
          <a:cs typeface="+mn-cs"/>
        </a:defRPr>
      </a:lvl1pPr>
      <a:lvl2pPr marL="685800" indent="-283464" algn="l" defTabSz="914400" rtl="0" eaLnBrk="1" latinLnBrk="0" hangingPunct="1">
        <a:lnSpc>
          <a:spcPct val="112000"/>
        </a:lnSpc>
        <a:spcBef>
          <a:spcPts val="900"/>
        </a:spcBef>
        <a:buFont typeface="Corbel" panose="020B0503020204020204" pitchFamily="34" charset="0"/>
        <a:buChar char="–"/>
        <a:defRPr sz="1800" kern="1200" baseline="0">
          <a:solidFill>
            <a:schemeClr val="tx1">
              <a:lumMod val="85000"/>
              <a:lumOff val="15000"/>
            </a:schemeClr>
          </a:solidFill>
          <a:latin typeface="+mn-lt"/>
          <a:ea typeface="+mn-ea"/>
          <a:cs typeface="+mn-cs"/>
        </a:defRPr>
      </a:lvl2pPr>
      <a:lvl3pPr marL="1143000" indent="-283464" algn="l" defTabSz="914400" rtl="0" eaLnBrk="1" latinLnBrk="0" hangingPunct="1">
        <a:lnSpc>
          <a:spcPct val="112000"/>
        </a:lnSpc>
        <a:spcBef>
          <a:spcPts val="900"/>
        </a:spcBef>
        <a:buFont typeface="Arial" panose="020B0604020202020204" pitchFamily="34" charset="0"/>
        <a:buChar char="•"/>
        <a:defRPr sz="1600" kern="1200" baseline="0">
          <a:solidFill>
            <a:schemeClr val="tx1">
              <a:lumMod val="85000"/>
              <a:lumOff val="15000"/>
            </a:schemeClr>
          </a:solidFill>
          <a:latin typeface="+mn-lt"/>
          <a:ea typeface="+mn-ea"/>
          <a:cs typeface="+mn-cs"/>
        </a:defRPr>
      </a:lvl3pPr>
      <a:lvl4pPr marL="1600200" indent="-283464" algn="l" defTabSz="914400" rtl="0" eaLnBrk="1" latinLnBrk="0" hangingPunct="1">
        <a:lnSpc>
          <a:spcPct val="112000"/>
        </a:lnSpc>
        <a:spcBef>
          <a:spcPts val="900"/>
        </a:spcBef>
        <a:buFont typeface="Corbel" panose="020B0503020204020204" pitchFamily="34" charset="0"/>
        <a:buChar char="–"/>
        <a:defRPr sz="1400" kern="1200" baseline="0">
          <a:solidFill>
            <a:schemeClr val="tx1">
              <a:lumMod val="85000"/>
              <a:lumOff val="15000"/>
            </a:schemeClr>
          </a:solidFill>
          <a:latin typeface="+mn-lt"/>
          <a:ea typeface="+mn-ea"/>
          <a:cs typeface="+mn-cs"/>
        </a:defRPr>
      </a:lvl4pPr>
      <a:lvl5pPr marL="2057400" indent="-283464" algn="l" defTabSz="914400" rtl="0" eaLnBrk="1" latinLnBrk="0" hangingPunct="1">
        <a:lnSpc>
          <a:spcPct val="112000"/>
        </a:lnSpc>
        <a:spcBef>
          <a:spcPts val="900"/>
        </a:spcBef>
        <a:buFont typeface="Arial" panose="020B0604020202020204" pitchFamily="34" charset="0"/>
        <a:buChar char="•"/>
        <a:defRPr sz="1400" i="1" kern="1200" baseline="0">
          <a:solidFill>
            <a:schemeClr val="tx1">
              <a:lumMod val="85000"/>
              <a:lumOff val="15000"/>
            </a:schemeClr>
          </a:solidFill>
          <a:latin typeface="+mn-lt"/>
          <a:ea typeface="+mn-ea"/>
          <a:cs typeface="+mn-cs"/>
        </a:defRPr>
      </a:lvl5pPr>
      <a:lvl6pPr marL="2514600" indent="-283464" algn="l" defTabSz="914400" rtl="0" eaLnBrk="1" latinLnBrk="0" hangingPunct="1">
        <a:lnSpc>
          <a:spcPct val="112000"/>
        </a:lnSpc>
        <a:spcBef>
          <a:spcPts val="1300"/>
        </a:spcBef>
        <a:buFont typeface="Corbel" panose="020B0503020204020204" pitchFamily="34" charset="0"/>
        <a:buChar char="–"/>
        <a:defRPr sz="1400" kern="1200">
          <a:solidFill>
            <a:schemeClr val="tx1">
              <a:lumMod val="85000"/>
              <a:lumOff val="15000"/>
            </a:schemeClr>
          </a:solidFill>
          <a:latin typeface="+mn-lt"/>
          <a:ea typeface="+mn-ea"/>
          <a:cs typeface="+mn-cs"/>
        </a:defRPr>
      </a:lvl6pPr>
      <a:lvl7pPr marL="2971800" indent="-283464" algn="l" defTabSz="914400" rtl="0" eaLnBrk="1" latinLnBrk="0" hangingPunct="1">
        <a:lnSpc>
          <a:spcPct val="112000"/>
        </a:lnSpc>
        <a:spcBef>
          <a:spcPts val="1300"/>
        </a:spcBef>
        <a:buFont typeface="Arial" panose="020B0604020202020204" pitchFamily="34" charset="0"/>
        <a:buChar char="•"/>
        <a:defRPr sz="1400" i="1" kern="1200">
          <a:solidFill>
            <a:schemeClr val="tx1">
              <a:lumMod val="85000"/>
              <a:lumOff val="15000"/>
            </a:schemeClr>
          </a:solidFill>
          <a:latin typeface="+mn-lt"/>
          <a:ea typeface="+mn-ea"/>
          <a:cs typeface="+mn-cs"/>
        </a:defRPr>
      </a:lvl7pPr>
      <a:lvl8pPr marL="3429000" indent="-283464" algn="l" defTabSz="914400" rtl="0" eaLnBrk="1" latinLnBrk="0" hangingPunct="1">
        <a:lnSpc>
          <a:spcPct val="112000"/>
        </a:lnSpc>
        <a:spcBef>
          <a:spcPts val="1300"/>
        </a:spcBef>
        <a:buFont typeface="Corbel" panose="020B0503020204020204" pitchFamily="34" charset="0"/>
        <a:buChar char="–"/>
        <a:defRPr sz="1400" kern="1200">
          <a:solidFill>
            <a:schemeClr val="tx1">
              <a:lumMod val="85000"/>
              <a:lumOff val="15000"/>
            </a:schemeClr>
          </a:solidFill>
          <a:latin typeface="+mn-lt"/>
          <a:ea typeface="+mn-ea"/>
          <a:cs typeface="+mn-cs"/>
        </a:defRPr>
      </a:lvl8pPr>
      <a:lvl9pPr marL="3886200" indent="-283464" algn="l" defTabSz="914400" rtl="0" eaLnBrk="1" latinLnBrk="0" hangingPunct="1">
        <a:lnSpc>
          <a:spcPct val="112000"/>
        </a:lnSpc>
        <a:spcBef>
          <a:spcPts val="1300"/>
        </a:spcBef>
        <a:buFont typeface="Arial" panose="020B0604020202020204" pitchFamily="34" charset="0"/>
        <a:buChar char="•"/>
        <a:defRPr sz="1400" i="1" kern="1200" baseline="0">
          <a:solidFill>
            <a:schemeClr val="tx1">
              <a:lumMod val="85000"/>
              <a:lumOff val="15000"/>
            </a:schemeClr>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pos="2832">
          <p15:clr>
            <a:srgbClr val="F26B43"/>
          </p15:clr>
        </p15:guide>
        <p15:guide id="2" pos="480">
          <p15:clr>
            <a:srgbClr val="F26B43"/>
          </p15:clr>
        </p15:guide>
        <p15:guide id="3" orient="horz" pos="432">
          <p15:clr>
            <a:srgbClr val="F26B43"/>
          </p15:clr>
        </p15:guide>
        <p15:guide id="4" pos="7200">
          <p15:clr>
            <a:srgbClr val="F26B43"/>
          </p15:clr>
        </p15:guide>
        <p15:guide id="5" pos="3264">
          <p15:clr>
            <a:srgbClr val="F26B43"/>
          </p15:clr>
        </p15:guide>
      </p15:sldGuideLst>
    </p:ext>
  </p:extLst>
</p:sldMaster>
</file>

<file path=ppt/slideMasters/slideMaster3.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2907401088"/>
      </p:ext>
    </p:extLst>
  </p:cSld>
  <p:clrMap bg1="lt1" tx1="dk1" bg2="lt2" tx2="dk2" accent1="accent1" accent2="accent2" accent3="accent3" accent4="accent4" accent5="accent5" accent6="accent6" hlink="hlink" folHlink="folHlink"/>
  <p:sldLayoutIdLst>
    <p:sldLayoutId id="2147483685" r:id="rId1"/>
    <p:sldLayoutId id="2147483686" r:id="rId2"/>
    <p:sldLayoutId id="2147483687" r:id="rId3"/>
    <p:sldLayoutId id="2147483688" r:id="rId4"/>
    <p:sldLayoutId id="2147483689" r:id="rId5"/>
    <p:sldLayoutId id="2147483690" r:id="rId6"/>
    <p:sldLayoutId id="2147483691" r:id="rId7"/>
    <p:sldLayoutId id="2147483692" r:id="rId8"/>
  </p:sldLayoutIdLst>
  <p:txStyles>
    <p:titleStyle>
      <a:lvl1pPr algn="l" defTabSz="914400" rtl="0" eaLnBrk="1" latinLnBrk="0" hangingPunct="1">
        <a:lnSpc>
          <a:spcPct val="90000"/>
        </a:lnSpc>
        <a:spcBef>
          <a:spcPct val="0"/>
        </a:spcBef>
        <a:buNone/>
        <a:defRPr sz="4000" b="1" kern="1200">
          <a:solidFill>
            <a:srgbClr val="FDBA12"/>
          </a:solidFill>
          <a:latin typeface="Verdana" panose="020B0604030504040204" pitchFamily="34" charset="0"/>
          <a:ea typeface="Verdana" panose="020B0604030504040204" pitchFamily="34" charset="0"/>
          <a:cs typeface="Verdana" panose="020B0604030504040204" pitchFamily="34" charset="0"/>
        </a:defRPr>
      </a:lvl1pPr>
    </p:titleStyle>
    <p:bodyStyle>
      <a:lvl1pPr marL="0" indent="0" algn="l" defTabSz="914400" rtl="0" eaLnBrk="1" latinLnBrk="0" hangingPunct="1">
        <a:lnSpc>
          <a:spcPct val="90000"/>
        </a:lnSpc>
        <a:spcBef>
          <a:spcPts val="1000"/>
        </a:spcBef>
        <a:buFont typeface="Arial" panose="020B0604020202020204" pitchFamily="34" charset="0"/>
        <a:buNone/>
        <a:defRPr sz="3600" b="1" kern="1200" baseline="0">
          <a:solidFill>
            <a:schemeClr val="tx1"/>
          </a:solidFill>
          <a:latin typeface="Verdana" panose="020B0604030504040204" pitchFamily="34" charset="0"/>
          <a:ea typeface="Verdana" panose="020B0604030504040204" pitchFamily="34" charset="0"/>
          <a:cs typeface="Verdana" panose="020B0604030504040204" pitchFamily="34" charset="0"/>
        </a:defRPr>
      </a:lvl1pPr>
      <a:lvl2pPr marL="457200" indent="0" algn="l" defTabSz="914400" rtl="0" eaLnBrk="1" latinLnBrk="0" hangingPunct="1">
        <a:lnSpc>
          <a:spcPct val="90000"/>
        </a:lnSpc>
        <a:spcBef>
          <a:spcPts val="500"/>
        </a:spcBef>
        <a:buFont typeface="Arial" panose="020B0604020202020204" pitchFamily="34" charset="0"/>
        <a:buNone/>
        <a:defRPr sz="2400" kern="1200">
          <a:solidFill>
            <a:schemeClr val="tx1"/>
          </a:solidFill>
          <a:latin typeface="+mn-lt"/>
          <a:ea typeface="+mn-ea"/>
          <a:cs typeface="+mn-cs"/>
        </a:defRPr>
      </a:lvl2pPr>
      <a:lvl3pPr marL="914400" indent="0" algn="l"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3pPr>
      <a:lvl4pPr marL="1371600" indent="0" algn="l"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4pPr>
      <a:lvl5pPr marL="1828800" indent="0" algn="l"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xml.rels><?xml version="1.0" encoding="UTF-8" standalone="yes"?>
<Relationships xmlns="http://schemas.openxmlformats.org/package/2006/relationships"><Relationship Id="rId2" Type="http://schemas.openxmlformats.org/officeDocument/2006/relationships/image" Target="../media/image9.emf"/><Relationship Id="rId1" Type="http://schemas.openxmlformats.org/officeDocument/2006/relationships/slideLayout" Target="../slideLayouts/slideLayout14.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4.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4.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4.xml"/></Relationships>
</file>

<file path=ppt/slides/_rels/slide7.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notesSlide" Target="../notesSlides/notesSlide5.xml"/><Relationship Id="rId1" Type="http://schemas.openxmlformats.org/officeDocument/2006/relationships/slideLayout" Target="../slideLayouts/slideLayout14.xml"/></Relationships>
</file>

<file path=ppt/slides/_rels/slide8.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1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4.xml"/></Relationships>
</file>

<file path=ppt/slides/_rels/slide10.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18.xml"/></Relationships>
</file>

<file path=ppt/slides/_rels/slide11.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18.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3.xml.rels><?xml version="1.0" encoding="UTF-8" standalone="yes"?>
<Relationships xmlns="http://schemas.openxmlformats.org/package/2006/relationships"><Relationship Id="rId2" Type="http://schemas.openxmlformats.org/officeDocument/2006/relationships/image" Target="../media/image9.emf"/><Relationship Id="rId1" Type="http://schemas.openxmlformats.org/officeDocument/2006/relationships/slideLayout" Target="../slideLayouts/slideLayout3.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4.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4.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4.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4.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4.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14.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14.xml"/></Relationships>
</file>

<file path=ppt/slides/_rels/slide21.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13.xml"/><Relationship Id="rId1" Type="http://schemas.openxmlformats.org/officeDocument/2006/relationships/slideLayout" Target="../slideLayouts/slideLayout14.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14.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4.xml.rels><?xml version="1.0" encoding="UTF-8" standalone="yes"?>
<Relationships xmlns="http://schemas.openxmlformats.org/package/2006/relationships"><Relationship Id="rId2" Type="http://schemas.openxmlformats.org/officeDocument/2006/relationships/image" Target="../media/image9.emf"/><Relationship Id="rId1" Type="http://schemas.openxmlformats.org/officeDocument/2006/relationships/slideLayout" Target="../slideLayouts/slideLayout3.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3.xml"/></Relationships>
</file>

<file path=ppt/slides/_rels/slide26.xml.rels><?xml version="1.0" encoding="UTF-8" standalone="yes"?>
<Relationships xmlns="http://schemas.openxmlformats.org/package/2006/relationships"><Relationship Id="rId3" Type="http://schemas.openxmlformats.org/officeDocument/2006/relationships/image" Target="../media/image14.jpeg"/><Relationship Id="rId2" Type="http://schemas.openxmlformats.org/officeDocument/2006/relationships/slideLayout" Target="../slideLayouts/slideLayout3.xml"/><Relationship Id="rId1" Type="http://schemas.openxmlformats.org/officeDocument/2006/relationships/video" Target="https://www.youtube.com/embed/yfNO8LL0PMQ?feature=oembed" TargetMode="Externa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3.xml"/></Relationships>
</file>

<file path=ppt/slides/_rels/slide28.xml.rels><?xml version="1.0" encoding="UTF-8" standalone="yes"?>
<Relationships xmlns="http://schemas.openxmlformats.org/package/2006/relationships"><Relationship Id="rId3" Type="http://schemas.openxmlformats.org/officeDocument/2006/relationships/image" Target="../media/image15.jpeg"/><Relationship Id="rId2" Type="http://schemas.openxmlformats.org/officeDocument/2006/relationships/slideLayout" Target="../slideLayouts/slideLayout3.xml"/><Relationship Id="rId1" Type="http://schemas.openxmlformats.org/officeDocument/2006/relationships/video" Target="https://www.youtube.com/embed/fIv_5-ODuow?feature=oembed" TargetMode="External"/></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14.xml"/></Relationships>
</file>

<file path=ppt/slides/_rels/slide30.xml.rels><?xml version="1.0" encoding="UTF-8" standalone="yes"?>
<Relationships xmlns="http://schemas.openxmlformats.org/package/2006/relationships"><Relationship Id="rId3" Type="http://schemas.openxmlformats.org/officeDocument/2006/relationships/image" Target="../media/image16.jpeg"/><Relationship Id="rId2" Type="http://schemas.openxmlformats.org/officeDocument/2006/relationships/slideLayout" Target="../slideLayouts/slideLayout14.xml"/><Relationship Id="rId1" Type="http://schemas.openxmlformats.org/officeDocument/2006/relationships/video" Target="https://www.youtube.com/embed/hydCdGLAh00?feature=oembed" TargetMode="External"/></Relationships>
</file>

<file path=ppt/slides/_rels/slide31.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14.xml"/></Relationships>
</file>

<file path=ppt/slides/_rels/slide32.xml.rels><?xml version="1.0" encoding="UTF-8" standalone="yes"?>
<Relationships xmlns="http://schemas.openxmlformats.org/package/2006/relationships"><Relationship Id="rId3" Type="http://schemas.openxmlformats.org/officeDocument/2006/relationships/image" Target="../media/image17.jpeg"/><Relationship Id="rId2" Type="http://schemas.openxmlformats.org/officeDocument/2006/relationships/slideLayout" Target="../slideLayouts/slideLayout14.xml"/><Relationship Id="rId1" Type="http://schemas.openxmlformats.org/officeDocument/2006/relationships/video" Target="https://www.youtube.com/embed/Pjrqc6UMDKM?feature=oembed" TargetMode="External"/></Relationships>
</file>

<file path=ppt/slides/_rels/slide33.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14.xml"/></Relationships>
</file>

<file path=ppt/slides/_rels/slide34.xml.rels><?xml version="1.0" encoding="UTF-8" standalone="yes"?>
<Relationships xmlns="http://schemas.openxmlformats.org/package/2006/relationships"><Relationship Id="rId3" Type="http://schemas.openxmlformats.org/officeDocument/2006/relationships/notesSlide" Target="../notesSlides/notesSlide20.xml"/><Relationship Id="rId2" Type="http://schemas.openxmlformats.org/officeDocument/2006/relationships/slideLayout" Target="../slideLayouts/slideLayout18.xml"/><Relationship Id="rId1" Type="http://schemas.openxmlformats.org/officeDocument/2006/relationships/video" Target="https://www.youtube.com/embed/wbXBsdwrlwU" TargetMode="External"/><Relationship Id="rId5" Type="http://schemas.openxmlformats.org/officeDocument/2006/relationships/hyperlink" Target="https://www.youtube.com/watch?v=mh9B5UJbbRg" TargetMode="External"/><Relationship Id="rId4" Type="http://schemas.openxmlformats.org/officeDocument/2006/relationships/image" Target="../media/image18.jpe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1"/>
          <p:cNvSpPr txBox="1">
            <a:spLocks/>
          </p:cNvSpPr>
          <p:nvPr/>
        </p:nvSpPr>
        <p:spPr>
          <a:xfrm>
            <a:off x="855450" y="2492428"/>
            <a:ext cx="10691284" cy="3048437"/>
          </a:xfrm>
          <a:prstGeom prst="rect">
            <a:avLst/>
          </a:prstGeom>
        </p:spPr>
        <p:txBody>
          <a:bodyPr vert="horz" lIns="91440" tIns="45720" rIns="91440" bIns="45720" rtlCol="0" anchor="t">
            <a:normAutofit/>
          </a:bodyPr>
          <a:lstStyle>
            <a:lvl1pPr algn="l" defTabSz="914400" rtl="0" eaLnBrk="1" latinLnBrk="0" hangingPunct="1">
              <a:lnSpc>
                <a:spcPct val="85000"/>
              </a:lnSpc>
              <a:spcBef>
                <a:spcPct val="0"/>
              </a:spcBef>
              <a:buNone/>
              <a:defRPr sz="7700" b="0" i="1" kern="1200" cap="all" baseline="0">
                <a:solidFill>
                  <a:schemeClr val="tx2"/>
                </a:solidFill>
                <a:latin typeface="+mj-lt"/>
                <a:ea typeface="+mj-ea"/>
                <a:cs typeface="+mj-cs"/>
              </a:defRPr>
            </a:lvl1pPr>
          </a:lstStyle>
          <a:p>
            <a:pPr marL="0" marR="0" lvl="0" indent="0" algn="l" defTabSz="914400" rtl="0" eaLnBrk="1" fontAlgn="auto" latinLnBrk="0" hangingPunct="1">
              <a:lnSpc>
                <a:spcPct val="85000"/>
              </a:lnSpc>
              <a:spcBef>
                <a:spcPct val="0"/>
              </a:spcBef>
              <a:spcAft>
                <a:spcPts val="0"/>
              </a:spcAft>
              <a:buClrTx/>
              <a:buSzTx/>
              <a:buFontTx/>
              <a:buNone/>
              <a:tabLst/>
              <a:defRPr/>
            </a:pPr>
            <a:r>
              <a:rPr kumimoji="0" lang="en-AU" sz="9600" b="1" i="1" u="none" strike="noStrike" kern="1200" cap="all" spc="0" normalizeH="0" baseline="0" noProof="0" dirty="0">
                <a:ln>
                  <a:noFill/>
                </a:ln>
                <a:solidFill>
                  <a:srgbClr val="E9E5DC"/>
                </a:solidFill>
                <a:effectLst/>
                <a:uLnTx/>
                <a:uFillTx/>
                <a:latin typeface="Century Schoolbook" panose="02040604050505020304"/>
                <a:ea typeface="+mj-ea"/>
                <a:cs typeface="+mj-cs"/>
              </a:rPr>
              <a:t>Psychology</a:t>
            </a:r>
          </a:p>
        </p:txBody>
      </p:sp>
      <p:sp>
        <p:nvSpPr>
          <p:cNvPr id="5" name="Subtitle 2"/>
          <p:cNvSpPr txBox="1">
            <a:spLocks/>
          </p:cNvSpPr>
          <p:nvPr/>
        </p:nvSpPr>
        <p:spPr>
          <a:xfrm>
            <a:off x="962454" y="3663468"/>
            <a:ext cx="7034362" cy="706355"/>
          </a:xfrm>
          <a:prstGeom prst="rect">
            <a:avLst/>
          </a:prstGeom>
        </p:spPr>
        <p:txBody>
          <a:bodyPr vert="horz" lIns="91440" tIns="45720" rIns="91440" bIns="45720" rtlCol="0">
            <a:noAutofit/>
          </a:bodyPr>
          <a:lstStyle>
            <a:lvl1pPr marL="0" indent="0" algn="l" defTabSz="914400" rtl="0" eaLnBrk="1" latinLnBrk="0" hangingPunct="1">
              <a:lnSpc>
                <a:spcPct val="114000"/>
              </a:lnSpc>
              <a:spcBef>
                <a:spcPts val="0"/>
              </a:spcBef>
              <a:buFont typeface="Arial" panose="020B0604020202020204" pitchFamily="34" charset="0"/>
              <a:buNone/>
              <a:defRPr sz="2000" b="0" i="1" kern="1200" baseline="0">
                <a:solidFill>
                  <a:schemeClr val="tx2"/>
                </a:solidFill>
                <a:latin typeface="+mn-lt"/>
                <a:ea typeface="+mn-ea"/>
                <a:cs typeface="+mn-cs"/>
              </a:defRPr>
            </a:lvl1pPr>
            <a:lvl2pPr marL="457200" indent="0" algn="ctr" defTabSz="914400" rtl="0" eaLnBrk="1" latinLnBrk="0" hangingPunct="1">
              <a:lnSpc>
                <a:spcPct val="112000"/>
              </a:lnSpc>
              <a:spcBef>
                <a:spcPts val="900"/>
              </a:spcBef>
              <a:buFont typeface="Corbel" panose="020B0503020204020204" pitchFamily="34" charset="0"/>
              <a:buNone/>
              <a:defRPr sz="2000" kern="1200" baseline="0">
                <a:solidFill>
                  <a:schemeClr val="tx1">
                    <a:lumMod val="85000"/>
                    <a:lumOff val="15000"/>
                  </a:schemeClr>
                </a:solidFill>
                <a:latin typeface="+mn-lt"/>
                <a:ea typeface="+mn-ea"/>
                <a:cs typeface="+mn-cs"/>
              </a:defRPr>
            </a:lvl2pPr>
            <a:lvl3pPr marL="914400" indent="0" algn="ctr" defTabSz="914400" rtl="0" eaLnBrk="1" latinLnBrk="0" hangingPunct="1">
              <a:lnSpc>
                <a:spcPct val="112000"/>
              </a:lnSpc>
              <a:spcBef>
                <a:spcPts val="900"/>
              </a:spcBef>
              <a:buFont typeface="Arial" panose="020B0604020202020204" pitchFamily="34" charset="0"/>
              <a:buNone/>
              <a:defRPr sz="1800" kern="1200" baseline="0">
                <a:solidFill>
                  <a:schemeClr val="tx1">
                    <a:lumMod val="85000"/>
                    <a:lumOff val="15000"/>
                  </a:schemeClr>
                </a:solidFill>
                <a:latin typeface="+mn-lt"/>
                <a:ea typeface="+mn-ea"/>
                <a:cs typeface="+mn-cs"/>
              </a:defRPr>
            </a:lvl3pPr>
            <a:lvl4pPr marL="1371600" indent="0" algn="ctr" defTabSz="914400" rtl="0" eaLnBrk="1" latinLnBrk="0" hangingPunct="1">
              <a:lnSpc>
                <a:spcPct val="112000"/>
              </a:lnSpc>
              <a:spcBef>
                <a:spcPts val="900"/>
              </a:spcBef>
              <a:buFont typeface="Corbel" panose="020B0503020204020204" pitchFamily="34" charset="0"/>
              <a:buNone/>
              <a:defRPr sz="1600" kern="1200" baseline="0">
                <a:solidFill>
                  <a:schemeClr val="tx1">
                    <a:lumMod val="85000"/>
                    <a:lumOff val="15000"/>
                  </a:schemeClr>
                </a:solidFill>
                <a:latin typeface="+mn-lt"/>
                <a:ea typeface="+mn-ea"/>
                <a:cs typeface="+mn-cs"/>
              </a:defRPr>
            </a:lvl4pPr>
            <a:lvl5pPr marL="1828800" indent="0" algn="ctr" defTabSz="914400" rtl="0" eaLnBrk="1" latinLnBrk="0" hangingPunct="1">
              <a:lnSpc>
                <a:spcPct val="112000"/>
              </a:lnSpc>
              <a:spcBef>
                <a:spcPts val="900"/>
              </a:spcBef>
              <a:buFont typeface="Arial" panose="020B0604020202020204" pitchFamily="34" charset="0"/>
              <a:buNone/>
              <a:defRPr sz="1600" i="1" kern="1200" baseline="0">
                <a:solidFill>
                  <a:schemeClr val="tx1">
                    <a:lumMod val="85000"/>
                    <a:lumOff val="15000"/>
                  </a:schemeClr>
                </a:solidFill>
                <a:latin typeface="+mn-lt"/>
                <a:ea typeface="+mn-ea"/>
                <a:cs typeface="+mn-cs"/>
              </a:defRPr>
            </a:lvl5pPr>
            <a:lvl6pPr marL="2286000" indent="0" algn="ctr" defTabSz="914400" rtl="0" eaLnBrk="1" latinLnBrk="0" hangingPunct="1">
              <a:lnSpc>
                <a:spcPct val="112000"/>
              </a:lnSpc>
              <a:spcBef>
                <a:spcPts val="1300"/>
              </a:spcBef>
              <a:buFont typeface="Corbel" panose="020B0503020204020204" pitchFamily="34" charset="0"/>
              <a:buNone/>
              <a:defRPr sz="1600" kern="1200">
                <a:solidFill>
                  <a:schemeClr val="tx1">
                    <a:lumMod val="85000"/>
                    <a:lumOff val="15000"/>
                  </a:schemeClr>
                </a:solidFill>
                <a:latin typeface="+mn-lt"/>
                <a:ea typeface="+mn-ea"/>
                <a:cs typeface="+mn-cs"/>
              </a:defRPr>
            </a:lvl6pPr>
            <a:lvl7pPr marL="2743200" indent="0" algn="ctr" defTabSz="914400" rtl="0" eaLnBrk="1" latinLnBrk="0" hangingPunct="1">
              <a:lnSpc>
                <a:spcPct val="112000"/>
              </a:lnSpc>
              <a:spcBef>
                <a:spcPts val="1300"/>
              </a:spcBef>
              <a:buFont typeface="Arial" panose="020B0604020202020204" pitchFamily="34" charset="0"/>
              <a:buNone/>
              <a:defRPr sz="1600" i="1" kern="1200">
                <a:solidFill>
                  <a:schemeClr val="tx1">
                    <a:lumMod val="85000"/>
                    <a:lumOff val="15000"/>
                  </a:schemeClr>
                </a:solidFill>
                <a:latin typeface="+mn-lt"/>
                <a:ea typeface="+mn-ea"/>
                <a:cs typeface="+mn-cs"/>
              </a:defRPr>
            </a:lvl7pPr>
            <a:lvl8pPr marL="3200400" indent="0" algn="ctr" defTabSz="914400" rtl="0" eaLnBrk="1" latinLnBrk="0" hangingPunct="1">
              <a:lnSpc>
                <a:spcPct val="112000"/>
              </a:lnSpc>
              <a:spcBef>
                <a:spcPts val="1300"/>
              </a:spcBef>
              <a:buFont typeface="Corbel" panose="020B0503020204020204" pitchFamily="34" charset="0"/>
              <a:buNone/>
              <a:defRPr sz="1600" kern="1200">
                <a:solidFill>
                  <a:schemeClr val="tx1">
                    <a:lumMod val="85000"/>
                    <a:lumOff val="15000"/>
                  </a:schemeClr>
                </a:solidFill>
                <a:latin typeface="+mn-lt"/>
                <a:ea typeface="+mn-ea"/>
                <a:cs typeface="+mn-cs"/>
              </a:defRPr>
            </a:lvl8pPr>
            <a:lvl9pPr marL="3657600" indent="0" algn="ctr" defTabSz="914400" rtl="0" eaLnBrk="1" latinLnBrk="0" hangingPunct="1">
              <a:lnSpc>
                <a:spcPct val="112000"/>
              </a:lnSpc>
              <a:spcBef>
                <a:spcPts val="1300"/>
              </a:spcBef>
              <a:buFont typeface="Arial" panose="020B0604020202020204" pitchFamily="34" charset="0"/>
              <a:buNone/>
              <a:defRPr sz="1600" i="1" kern="1200" baseline="0">
                <a:solidFill>
                  <a:schemeClr val="tx1">
                    <a:lumMod val="85000"/>
                    <a:lumOff val="15000"/>
                  </a:schemeClr>
                </a:solidFill>
                <a:latin typeface="+mn-lt"/>
                <a:ea typeface="+mn-ea"/>
                <a:cs typeface="+mn-cs"/>
              </a:defRPr>
            </a:lvl9pPr>
          </a:lstStyle>
          <a:p>
            <a:pPr marL="0" marR="0" lvl="0" indent="0" algn="l" defTabSz="914400" rtl="0" eaLnBrk="1" fontAlgn="auto" latinLnBrk="0" hangingPunct="1">
              <a:lnSpc>
                <a:spcPct val="114000"/>
              </a:lnSpc>
              <a:spcBef>
                <a:spcPts val="0"/>
              </a:spcBef>
              <a:spcAft>
                <a:spcPts val="0"/>
              </a:spcAft>
              <a:buClrTx/>
              <a:buSzTx/>
              <a:buFont typeface="Arial" panose="020B0604020202020204" pitchFamily="34" charset="0"/>
              <a:buNone/>
              <a:tabLst/>
              <a:defRPr/>
            </a:pPr>
            <a:r>
              <a:rPr lang="en-AU" sz="4000" dirty="0">
                <a:solidFill>
                  <a:srgbClr val="E9E5DC"/>
                </a:solidFill>
                <a:latin typeface="Corbel" panose="020B0503020204020204"/>
              </a:rPr>
              <a:t>3</a:t>
            </a:r>
            <a:r>
              <a:rPr kumimoji="0" lang="en-AU" sz="4000" b="0" i="1" u="none" strike="noStrike" kern="1200" cap="none" spc="0" normalizeH="0" baseline="0" noProof="0" dirty="0">
                <a:ln>
                  <a:noFill/>
                </a:ln>
                <a:solidFill>
                  <a:srgbClr val="E9E5DC"/>
                </a:solidFill>
                <a:effectLst/>
                <a:uLnTx/>
                <a:uFillTx/>
                <a:latin typeface="Corbel" panose="020B0503020204020204"/>
                <a:ea typeface="+mn-ea"/>
                <a:cs typeface="+mn-cs"/>
              </a:rPr>
              <a:t>.3 Memory</a:t>
            </a:r>
          </a:p>
          <a:p>
            <a:pPr marL="0" marR="0" lvl="0" indent="0" algn="l" defTabSz="914400" rtl="0" eaLnBrk="1" fontAlgn="auto" latinLnBrk="0" hangingPunct="1">
              <a:lnSpc>
                <a:spcPct val="114000"/>
              </a:lnSpc>
              <a:spcBef>
                <a:spcPts val="0"/>
              </a:spcBef>
              <a:spcAft>
                <a:spcPts val="0"/>
              </a:spcAft>
              <a:buClrTx/>
              <a:buSzTx/>
              <a:buFont typeface="Arial" panose="020B0604020202020204" pitchFamily="34" charset="0"/>
              <a:buNone/>
              <a:tabLst/>
              <a:defRPr/>
            </a:pPr>
            <a:endParaRPr kumimoji="0" lang="en-AU" sz="4000" b="0" i="1" u="none" strike="noStrike" kern="1200" cap="none" spc="0" normalizeH="0" baseline="0" noProof="0" dirty="0">
              <a:ln>
                <a:noFill/>
              </a:ln>
              <a:solidFill>
                <a:srgbClr val="E9E5DC"/>
              </a:solidFill>
              <a:effectLst/>
              <a:uLnTx/>
              <a:uFillTx/>
              <a:latin typeface="Corbel" panose="020B0503020204020204"/>
              <a:ea typeface="+mn-ea"/>
              <a:cs typeface="+mn-cs"/>
            </a:endParaRPr>
          </a:p>
          <a:p>
            <a:pPr marL="0" marR="0" lvl="0" indent="0" algn="l" defTabSz="914400" rtl="0" eaLnBrk="1" fontAlgn="auto" latinLnBrk="0" hangingPunct="1">
              <a:lnSpc>
                <a:spcPct val="114000"/>
              </a:lnSpc>
              <a:spcBef>
                <a:spcPts val="0"/>
              </a:spcBef>
              <a:spcAft>
                <a:spcPts val="0"/>
              </a:spcAft>
              <a:buClrTx/>
              <a:buSzTx/>
              <a:buFont typeface="Arial" panose="020B0604020202020204" pitchFamily="34" charset="0"/>
              <a:buNone/>
              <a:tabLst/>
              <a:defRPr/>
            </a:pPr>
            <a:endParaRPr kumimoji="0" lang="en-AU" sz="4000" b="0" i="1" u="none" strike="noStrike" kern="1200" cap="none" spc="0" normalizeH="0" baseline="0" noProof="0" dirty="0">
              <a:ln>
                <a:noFill/>
              </a:ln>
              <a:solidFill>
                <a:srgbClr val="E9E5DC"/>
              </a:solidFill>
              <a:effectLst/>
              <a:uLnTx/>
              <a:uFillTx/>
              <a:latin typeface="Corbel" panose="020B0503020204020204"/>
              <a:ea typeface="+mn-ea"/>
              <a:cs typeface="+mn-cs"/>
            </a:endParaRPr>
          </a:p>
          <a:p>
            <a:pPr marL="0" marR="0" lvl="0" indent="0" algn="l" defTabSz="914400" rtl="0" eaLnBrk="1" fontAlgn="auto" latinLnBrk="0" hangingPunct="1">
              <a:lnSpc>
                <a:spcPct val="114000"/>
              </a:lnSpc>
              <a:spcBef>
                <a:spcPts val="0"/>
              </a:spcBef>
              <a:spcAft>
                <a:spcPts val="0"/>
              </a:spcAft>
              <a:buClrTx/>
              <a:buSzTx/>
              <a:buFont typeface="Arial" panose="020B0604020202020204" pitchFamily="34" charset="0"/>
              <a:buNone/>
              <a:tabLst/>
              <a:defRPr/>
            </a:pPr>
            <a:endParaRPr kumimoji="0" lang="en-AU" sz="4000" b="0" i="1" u="none" strike="noStrike" kern="1200" cap="none" spc="0" normalizeH="0" baseline="0" noProof="0" dirty="0">
              <a:ln>
                <a:noFill/>
              </a:ln>
              <a:solidFill>
                <a:srgbClr val="E9E5DC"/>
              </a:solidFill>
              <a:effectLst/>
              <a:uLnTx/>
              <a:uFillTx/>
              <a:latin typeface="Corbel" panose="020B0503020204020204"/>
              <a:ea typeface="+mn-ea"/>
              <a:cs typeface="+mn-cs"/>
            </a:endParaRPr>
          </a:p>
        </p:txBody>
      </p:sp>
    </p:spTree>
    <p:extLst>
      <p:ext uri="{BB962C8B-B14F-4D97-AF65-F5344CB8AC3E}">
        <p14:creationId xmlns:p14="http://schemas.microsoft.com/office/powerpoint/2010/main" val="1595309415"/>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6" name="Text Placeholder 4"/>
          <p:cNvSpPr>
            <a:spLocks noGrp="1"/>
          </p:cNvSpPr>
          <p:nvPr>
            <p:ph type="body" idx="1"/>
          </p:nvPr>
        </p:nvSpPr>
        <p:spPr>
          <a:xfrm>
            <a:off x="398834" y="2638890"/>
            <a:ext cx="10905436" cy="819150"/>
          </a:xfrm>
        </p:spPr>
        <p:txBody>
          <a:bodyPr>
            <a:noAutofit/>
          </a:bodyPr>
          <a:lstStyle/>
          <a:p>
            <a:pPr algn="l"/>
            <a:r>
              <a:rPr lang="en-AU" sz="7200" b="1" dirty="0">
                <a:latin typeface="+mj-lt"/>
              </a:rPr>
              <a:t>Recall, Recognition &amp; Relearning</a:t>
            </a:r>
          </a:p>
        </p:txBody>
      </p:sp>
    </p:spTree>
    <p:extLst>
      <p:ext uri="{BB962C8B-B14F-4D97-AF65-F5344CB8AC3E}">
        <p14:creationId xmlns:p14="http://schemas.microsoft.com/office/powerpoint/2010/main" val="3341995556"/>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5" name="Text Placeholder 4"/>
          <p:cNvSpPr>
            <a:spLocks noGrp="1"/>
          </p:cNvSpPr>
          <p:nvPr>
            <p:ph type="body" idx="1"/>
          </p:nvPr>
        </p:nvSpPr>
        <p:spPr>
          <a:xfrm>
            <a:off x="4478481" y="254644"/>
            <a:ext cx="6996707" cy="819150"/>
          </a:xfrm>
        </p:spPr>
        <p:txBody>
          <a:bodyPr>
            <a:normAutofit/>
          </a:bodyPr>
          <a:lstStyle/>
          <a:p>
            <a:pPr algn="l"/>
            <a:r>
              <a:rPr lang="en-AU" sz="4000" b="1" u="sng" dirty="0">
                <a:solidFill>
                  <a:schemeClr val="tx1"/>
                </a:solidFill>
              </a:rPr>
              <a:t>Learning Objectives         </a:t>
            </a:r>
          </a:p>
        </p:txBody>
      </p:sp>
      <p:pic>
        <p:nvPicPr>
          <p:cNvPr id="8" name="Picture 7"/>
          <p:cNvPicPr>
            <a:picLocks noChangeAspect="1"/>
          </p:cNvPicPr>
          <p:nvPr/>
        </p:nvPicPr>
        <p:blipFill>
          <a:blip r:embed="rId2"/>
          <a:stretch>
            <a:fillRect/>
          </a:stretch>
        </p:blipFill>
        <p:spPr>
          <a:xfrm>
            <a:off x="0" y="0"/>
            <a:ext cx="4202253" cy="6858000"/>
          </a:xfrm>
          <a:prstGeom prst="rect">
            <a:avLst/>
          </a:prstGeom>
        </p:spPr>
      </p:pic>
      <p:sp>
        <p:nvSpPr>
          <p:cNvPr id="9" name="Text Placeholder 4"/>
          <p:cNvSpPr txBox="1">
            <a:spLocks/>
          </p:cNvSpPr>
          <p:nvPr/>
        </p:nvSpPr>
        <p:spPr>
          <a:xfrm>
            <a:off x="4202253" y="664219"/>
            <a:ext cx="7989747" cy="5813714"/>
          </a:xfrm>
          <a:prstGeom prst="rect">
            <a:avLst/>
          </a:prstGeom>
        </p:spPr>
        <p:txBody>
          <a:bodyPr vert="horz" lIns="91440" tIns="45720" rIns="91440" bIns="45720" rtlCol="0" anchor="ctr">
            <a:noAutofit/>
          </a:bodyPr>
          <a:lstStyle>
            <a:lvl1pPr marL="0" indent="0" algn="r" defTabSz="914400" rtl="0" eaLnBrk="1" latinLnBrk="0" hangingPunct="1">
              <a:lnSpc>
                <a:spcPct val="113000"/>
              </a:lnSpc>
              <a:spcBef>
                <a:spcPts val="0"/>
              </a:spcBef>
              <a:buFont typeface="Arial" panose="020B0604020202020204" pitchFamily="34" charset="0"/>
              <a:buNone/>
              <a:defRPr sz="2000" b="0" i="1" kern="1200" baseline="0">
                <a:solidFill>
                  <a:schemeClr val="accent1"/>
                </a:solidFill>
                <a:latin typeface="+mn-lt"/>
                <a:ea typeface="+mn-ea"/>
                <a:cs typeface="+mn-cs"/>
              </a:defRPr>
            </a:lvl1pPr>
            <a:lvl2pPr marL="457200" indent="0" algn="l" defTabSz="914400" rtl="0" eaLnBrk="1" latinLnBrk="0" hangingPunct="1">
              <a:lnSpc>
                <a:spcPct val="112000"/>
              </a:lnSpc>
              <a:spcBef>
                <a:spcPts val="900"/>
              </a:spcBef>
              <a:buFont typeface="Corbel" panose="020B0503020204020204" pitchFamily="34" charset="0"/>
              <a:buNone/>
              <a:defRPr sz="2000" kern="1200" baseline="0">
                <a:solidFill>
                  <a:schemeClr val="tx1">
                    <a:tint val="75000"/>
                  </a:schemeClr>
                </a:solidFill>
                <a:latin typeface="+mn-lt"/>
                <a:ea typeface="+mn-ea"/>
                <a:cs typeface="+mn-cs"/>
              </a:defRPr>
            </a:lvl2pPr>
            <a:lvl3pPr marL="914400" indent="0" algn="l" defTabSz="914400" rtl="0" eaLnBrk="1" latinLnBrk="0" hangingPunct="1">
              <a:lnSpc>
                <a:spcPct val="112000"/>
              </a:lnSpc>
              <a:spcBef>
                <a:spcPts val="900"/>
              </a:spcBef>
              <a:buFont typeface="Arial" panose="020B0604020202020204" pitchFamily="34" charset="0"/>
              <a:buNone/>
              <a:defRPr sz="1800" kern="1200" baseline="0">
                <a:solidFill>
                  <a:schemeClr val="tx1">
                    <a:tint val="75000"/>
                  </a:schemeClr>
                </a:solidFill>
                <a:latin typeface="+mn-lt"/>
                <a:ea typeface="+mn-ea"/>
                <a:cs typeface="+mn-cs"/>
              </a:defRPr>
            </a:lvl3pPr>
            <a:lvl4pPr marL="1371600" indent="0" algn="l" defTabSz="914400" rtl="0" eaLnBrk="1" latinLnBrk="0" hangingPunct="1">
              <a:lnSpc>
                <a:spcPct val="112000"/>
              </a:lnSpc>
              <a:spcBef>
                <a:spcPts val="900"/>
              </a:spcBef>
              <a:buFont typeface="Corbel" panose="020B0503020204020204" pitchFamily="34" charset="0"/>
              <a:buNone/>
              <a:defRPr sz="1600" kern="1200" baseline="0">
                <a:solidFill>
                  <a:schemeClr val="tx1">
                    <a:tint val="75000"/>
                  </a:schemeClr>
                </a:solidFill>
                <a:latin typeface="+mn-lt"/>
                <a:ea typeface="+mn-ea"/>
                <a:cs typeface="+mn-cs"/>
              </a:defRPr>
            </a:lvl4pPr>
            <a:lvl5pPr marL="1828800" indent="0" algn="l" defTabSz="914400" rtl="0" eaLnBrk="1" latinLnBrk="0" hangingPunct="1">
              <a:lnSpc>
                <a:spcPct val="112000"/>
              </a:lnSpc>
              <a:spcBef>
                <a:spcPts val="900"/>
              </a:spcBef>
              <a:buFont typeface="Arial" panose="020B0604020202020204" pitchFamily="34" charset="0"/>
              <a:buNone/>
              <a:defRPr sz="1600" i="1" kern="1200" baseline="0">
                <a:solidFill>
                  <a:schemeClr val="tx1">
                    <a:tint val="75000"/>
                  </a:schemeClr>
                </a:solidFill>
                <a:latin typeface="+mn-lt"/>
                <a:ea typeface="+mn-ea"/>
                <a:cs typeface="+mn-cs"/>
              </a:defRPr>
            </a:lvl5pPr>
            <a:lvl6pPr marL="2286000" indent="0" algn="l" defTabSz="914400" rtl="0" eaLnBrk="1" latinLnBrk="0" hangingPunct="1">
              <a:lnSpc>
                <a:spcPct val="112000"/>
              </a:lnSpc>
              <a:spcBef>
                <a:spcPts val="1300"/>
              </a:spcBef>
              <a:buFont typeface="Corbel" panose="020B0503020204020204" pitchFamily="34" charset="0"/>
              <a:buNone/>
              <a:defRPr sz="1600" kern="1200">
                <a:solidFill>
                  <a:schemeClr val="tx1">
                    <a:tint val="75000"/>
                  </a:schemeClr>
                </a:solidFill>
                <a:latin typeface="+mn-lt"/>
                <a:ea typeface="+mn-ea"/>
                <a:cs typeface="+mn-cs"/>
              </a:defRPr>
            </a:lvl6pPr>
            <a:lvl7pPr marL="2743200" indent="0" algn="l" defTabSz="914400" rtl="0" eaLnBrk="1" latinLnBrk="0" hangingPunct="1">
              <a:lnSpc>
                <a:spcPct val="112000"/>
              </a:lnSpc>
              <a:spcBef>
                <a:spcPts val="1300"/>
              </a:spcBef>
              <a:buFont typeface="Arial" panose="020B0604020202020204" pitchFamily="34" charset="0"/>
              <a:buNone/>
              <a:defRPr sz="1600" i="1" kern="1200">
                <a:solidFill>
                  <a:schemeClr val="tx1">
                    <a:tint val="75000"/>
                  </a:schemeClr>
                </a:solidFill>
                <a:latin typeface="+mn-lt"/>
                <a:ea typeface="+mn-ea"/>
                <a:cs typeface="+mn-cs"/>
              </a:defRPr>
            </a:lvl7pPr>
            <a:lvl8pPr marL="3200400" indent="0" algn="l" defTabSz="914400" rtl="0" eaLnBrk="1" latinLnBrk="0" hangingPunct="1">
              <a:lnSpc>
                <a:spcPct val="112000"/>
              </a:lnSpc>
              <a:spcBef>
                <a:spcPts val="1300"/>
              </a:spcBef>
              <a:buFont typeface="Corbel" panose="020B0503020204020204" pitchFamily="34" charset="0"/>
              <a:buNone/>
              <a:defRPr sz="1600" kern="1200">
                <a:solidFill>
                  <a:schemeClr val="tx1">
                    <a:tint val="75000"/>
                  </a:schemeClr>
                </a:solidFill>
                <a:latin typeface="+mn-lt"/>
                <a:ea typeface="+mn-ea"/>
                <a:cs typeface="+mn-cs"/>
              </a:defRPr>
            </a:lvl8pPr>
            <a:lvl9pPr marL="3657600" indent="0" algn="l" defTabSz="914400" rtl="0" eaLnBrk="1" latinLnBrk="0" hangingPunct="1">
              <a:lnSpc>
                <a:spcPct val="112000"/>
              </a:lnSpc>
              <a:spcBef>
                <a:spcPts val="1300"/>
              </a:spcBef>
              <a:buFont typeface="Arial" panose="020B0604020202020204" pitchFamily="34" charset="0"/>
              <a:buNone/>
              <a:defRPr sz="1600" i="1" kern="1200" baseline="0">
                <a:solidFill>
                  <a:schemeClr val="tx1">
                    <a:tint val="75000"/>
                  </a:schemeClr>
                </a:solidFill>
                <a:latin typeface="+mn-lt"/>
                <a:ea typeface="+mn-ea"/>
                <a:cs typeface="+mn-cs"/>
              </a:defRPr>
            </a:lvl9pPr>
          </a:lstStyle>
          <a:p>
            <a:pPr marL="457200" indent="-457200" algn="l">
              <a:buClr>
                <a:schemeClr val="accent1"/>
              </a:buClr>
              <a:buFont typeface="Wingdings" panose="05000000000000000000" pitchFamily="2" charset="2"/>
              <a:buChar char="§"/>
            </a:pPr>
            <a:r>
              <a:rPr lang="en-AU" sz="2800" i="0" dirty="0">
                <a:solidFill>
                  <a:srgbClr val="FF0000"/>
                </a:solidFill>
              </a:rPr>
              <a:t>Contrast recall, recognition and relearning.</a:t>
            </a:r>
            <a:endParaRPr lang="en-AU" sz="1200" i="0" dirty="0">
              <a:solidFill>
                <a:schemeClr val="tx1"/>
              </a:solidFill>
            </a:endParaRPr>
          </a:p>
          <a:p>
            <a:pPr marL="457200" indent="-457200" algn="l">
              <a:buClr>
                <a:schemeClr val="accent1"/>
              </a:buClr>
              <a:buFont typeface="Wingdings" panose="05000000000000000000" pitchFamily="2" charset="2"/>
              <a:buChar char="§"/>
            </a:pPr>
            <a:r>
              <a:rPr lang="en-AU" sz="2800" i="0" dirty="0">
                <a:solidFill>
                  <a:schemeClr val="tx1"/>
                </a:solidFill>
              </a:rPr>
              <a:t>Describe problems with memory such as encoding failure, retrieval failure and interference effects.</a:t>
            </a:r>
          </a:p>
          <a:p>
            <a:pPr marL="457200" indent="-457200" algn="l">
              <a:buClr>
                <a:schemeClr val="accent1"/>
              </a:buClr>
              <a:buFont typeface="Wingdings" panose="05000000000000000000" pitchFamily="2" charset="2"/>
              <a:buChar char="§"/>
            </a:pPr>
            <a:r>
              <a:rPr lang="en-AU" sz="2800" i="0" dirty="0">
                <a:solidFill>
                  <a:schemeClr val="tx1"/>
                </a:solidFill>
              </a:rPr>
              <a:t>Discuss strategies to improve memory, including spacing, interleaving, chunking, elaborative and maintenance rehearsal, and the method of loci.</a:t>
            </a:r>
          </a:p>
        </p:txBody>
      </p:sp>
    </p:spTree>
    <p:extLst>
      <p:ext uri="{BB962C8B-B14F-4D97-AF65-F5344CB8AC3E}">
        <p14:creationId xmlns:p14="http://schemas.microsoft.com/office/powerpoint/2010/main" val="4268717424"/>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5" name="Text Placeholder 4"/>
          <p:cNvSpPr>
            <a:spLocks noGrp="1"/>
          </p:cNvSpPr>
          <p:nvPr>
            <p:ph type="body" idx="1"/>
          </p:nvPr>
        </p:nvSpPr>
        <p:spPr>
          <a:xfrm>
            <a:off x="116057" y="2557842"/>
            <a:ext cx="11833769" cy="2715452"/>
          </a:xfrm>
        </p:spPr>
        <p:txBody>
          <a:bodyPr>
            <a:noAutofit/>
          </a:bodyPr>
          <a:lstStyle/>
          <a:p>
            <a:pPr marL="457200" indent="-457200" algn="l">
              <a:lnSpc>
                <a:spcPct val="100000"/>
              </a:lnSpc>
              <a:buClr>
                <a:schemeClr val="accent1"/>
              </a:buClr>
              <a:buFont typeface="Wingdings" panose="05000000000000000000" pitchFamily="2" charset="2"/>
              <a:buChar char="§"/>
            </a:pPr>
            <a:r>
              <a:rPr lang="en-AU" sz="2800" i="0" dirty="0">
                <a:solidFill>
                  <a:schemeClr val="tx1"/>
                </a:solidFill>
              </a:rPr>
              <a:t>Research acknowledges the following four methods of memory retrieval (4 R’s)</a:t>
            </a:r>
          </a:p>
          <a:p>
            <a:pPr marL="914400" lvl="1" indent="-457200">
              <a:lnSpc>
                <a:spcPct val="100000"/>
              </a:lnSpc>
              <a:buClr>
                <a:schemeClr val="accent1"/>
              </a:buClr>
              <a:buFont typeface="Courier New" panose="02070309020205020404" pitchFamily="49" charset="0"/>
              <a:buChar char="o"/>
            </a:pPr>
            <a:r>
              <a:rPr lang="en-AU" sz="2800" b="1" dirty="0">
                <a:solidFill>
                  <a:schemeClr val="tx1"/>
                </a:solidFill>
              </a:rPr>
              <a:t>Recall</a:t>
            </a:r>
          </a:p>
          <a:p>
            <a:pPr marL="914400" lvl="1" indent="-457200">
              <a:lnSpc>
                <a:spcPct val="100000"/>
              </a:lnSpc>
              <a:buClr>
                <a:schemeClr val="accent1"/>
              </a:buClr>
              <a:buFont typeface="Courier New" panose="02070309020205020404" pitchFamily="49" charset="0"/>
              <a:buChar char="o"/>
            </a:pPr>
            <a:r>
              <a:rPr lang="en-AU" sz="2800" b="1" i="0" dirty="0">
                <a:solidFill>
                  <a:schemeClr val="tx1"/>
                </a:solidFill>
              </a:rPr>
              <a:t>Recognition</a:t>
            </a:r>
          </a:p>
          <a:p>
            <a:pPr marL="914400" lvl="1" indent="-457200">
              <a:lnSpc>
                <a:spcPct val="100000"/>
              </a:lnSpc>
              <a:buClr>
                <a:schemeClr val="accent1"/>
              </a:buClr>
              <a:buFont typeface="Courier New" panose="02070309020205020404" pitchFamily="49" charset="0"/>
              <a:buChar char="o"/>
            </a:pPr>
            <a:r>
              <a:rPr lang="en-AU" sz="2800" b="1" dirty="0">
                <a:solidFill>
                  <a:schemeClr val="tx1"/>
                </a:solidFill>
              </a:rPr>
              <a:t>Relearning</a:t>
            </a:r>
          </a:p>
          <a:p>
            <a:pPr marL="914400" lvl="1" indent="-457200">
              <a:lnSpc>
                <a:spcPct val="100000"/>
              </a:lnSpc>
              <a:buClr>
                <a:schemeClr val="accent1"/>
              </a:buClr>
              <a:buFont typeface="Courier New" panose="02070309020205020404" pitchFamily="49" charset="0"/>
              <a:buChar char="o"/>
            </a:pPr>
            <a:r>
              <a:rPr lang="en-AU" sz="2800" i="0" dirty="0">
                <a:solidFill>
                  <a:schemeClr val="tx1"/>
                </a:solidFill>
              </a:rPr>
              <a:t>Reconstruction</a:t>
            </a:r>
          </a:p>
          <a:p>
            <a:pPr marL="457200" indent="-457200">
              <a:lnSpc>
                <a:spcPct val="100000"/>
              </a:lnSpc>
              <a:buClr>
                <a:schemeClr val="accent1"/>
              </a:buClr>
              <a:buFont typeface="Courier New" panose="02070309020205020404" pitchFamily="49" charset="0"/>
              <a:buChar char="o"/>
            </a:pPr>
            <a:endParaRPr lang="en-AU" sz="2800" i="0" dirty="0">
              <a:solidFill>
                <a:schemeClr val="tx1"/>
              </a:solidFill>
            </a:endParaRPr>
          </a:p>
          <a:p>
            <a:pPr marL="457200" indent="-457200" algn="l">
              <a:lnSpc>
                <a:spcPct val="100000"/>
              </a:lnSpc>
              <a:buClr>
                <a:schemeClr val="accent1"/>
              </a:buClr>
              <a:buFont typeface="Wingdings" panose="05000000000000000000" pitchFamily="2" charset="2"/>
              <a:buChar char="§"/>
            </a:pPr>
            <a:r>
              <a:rPr lang="en-AU" sz="3200" i="0" dirty="0">
                <a:solidFill>
                  <a:schemeClr val="tx1"/>
                </a:solidFill>
              </a:rPr>
              <a:t>We will only focus on the first three</a:t>
            </a:r>
          </a:p>
          <a:p>
            <a:pPr lvl="1">
              <a:buClr>
                <a:schemeClr val="accent1"/>
              </a:buClr>
            </a:pPr>
            <a:endParaRPr lang="en-AU" sz="2400" i="0" dirty="0">
              <a:solidFill>
                <a:schemeClr val="tx1"/>
              </a:solidFill>
            </a:endParaRPr>
          </a:p>
        </p:txBody>
      </p:sp>
      <p:sp>
        <p:nvSpPr>
          <p:cNvPr id="6" name="Text Placeholder 2"/>
          <p:cNvSpPr txBox="1">
            <a:spLocks/>
          </p:cNvSpPr>
          <p:nvPr/>
        </p:nvSpPr>
        <p:spPr>
          <a:xfrm>
            <a:off x="728975" y="420272"/>
            <a:ext cx="10607935" cy="819150"/>
          </a:xfrm>
          <a:prstGeom prst="rect">
            <a:avLst/>
          </a:prstGeom>
        </p:spPr>
        <p:txBody>
          <a:bodyPr vert="horz" lIns="91440" tIns="45720" rIns="91440" bIns="45720" rtlCol="0" anchor="ctr">
            <a:noAutofit/>
          </a:bodyPr>
          <a:lstStyle>
            <a:lvl1pPr marL="0" indent="0" algn="r" defTabSz="914400" rtl="0" eaLnBrk="1" latinLnBrk="0" hangingPunct="1">
              <a:lnSpc>
                <a:spcPct val="113000"/>
              </a:lnSpc>
              <a:spcBef>
                <a:spcPts val="0"/>
              </a:spcBef>
              <a:buFont typeface="Arial" panose="020B0604020202020204" pitchFamily="34" charset="0"/>
              <a:buNone/>
              <a:defRPr sz="2000" b="0" i="1" kern="1200" baseline="0">
                <a:solidFill>
                  <a:schemeClr val="accent1"/>
                </a:solidFill>
                <a:latin typeface="+mn-lt"/>
                <a:ea typeface="+mn-ea"/>
                <a:cs typeface="+mn-cs"/>
              </a:defRPr>
            </a:lvl1pPr>
            <a:lvl2pPr marL="457200" indent="0" algn="l" defTabSz="914400" rtl="0" eaLnBrk="1" latinLnBrk="0" hangingPunct="1">
              <a:lnSpc>
                <a:spcPct val="112000"/>
              </a:lnSpc>
              <a:spcBef>
                <a:spcPts val="900"/>
              </a:spcBef>
              <a:buFont typeface="Corbel" panose="020B0503020204020204" pitchFamily="34" charset="0"/>
              <a:buNone/>
              <a:defRPr sz="2000" kern="1200" baseline="0">
                <a:solidFill>
                  <a:schemeClr val="tx1">
                    <a:tint val="75000"/>
                  </a:schemeClr>
                </a:solidFill>
                <a:latin typeface="+mn-lt"/>
                <a:ea typeface="+mn-ea"/>
                <a:cs typeface="+mn-cs"/>
              </a:defRPr>
            </a:lvl2pPr>
            <a:lvl3pPr marL="914400" indent="0" algn="l" defTabSz="914400" rtl="0" eaLnBrk="1" latinLnBrk="0" hangingPunct="1">
              <a:lnSpc>
                <a:spcPct val="112000"/>
              </a:lnSpc>
              <a:spcBef>
                <a:spcPts val="900"/>
              </a:spcBef>
              <a:buFont typeface="Arial" panose="020B0604020202020204" pitchFamily="34" charset="0"/>
              <a:buNone/>
              <a:defRPr sz="1800" kern="1200" baseline="0">
                <a:solidFill>
                  <a:schemeClr val="tx1">
                    <a:tint val="75000"/>
                  </a:schemeClr>
                </a:solidFill>
                <a:latin typeface="+mn-lt"/>
                <a:ea typeface="+mn-ea"/>
                <a:cs typeface="+mn-cs"/>
              </a:defRPr>
            </a:lvl3pPr>
            <a:lvl4pPr marL="1371600" indent="0" algn="l" defTabSz="914400" rtl="0" eaLnBrk="1" latinLnBrk="0" hangingPunct="1">
              <a:lnSpc>
                <a:spcPct val="112000"/>
              </a:lnSpc>
              <a:spcBef>
                <a:spcPts val="900"/>
              </a:spcBef>
              <a:buFont typeface="Corbel" panose="020B0503020204020204" pitchFamily="34" charset="0"/>
              <a:buNone/>
              <a:defRPr sz="1600" kern="1200" baseline="0">
                <a:solidFill>
                  <a:schemeClr val="tx1">
                    <a:tint val="75000"/>
                  </a:schemeClr>
                </a:solidFill>
                <a:latin typeface="+mn-lt"/>
                <a:ea typeface="+mn-ea"/>
                <a:cs typeface="+mn-cs"/>
              </a:defRPr>
            </a:lvl4pPr>
            <a:lvl5pPr marL="1828800" indent="0" algn="l" defTabSz="914400" rtl="0" eaLnBrk="1" latinLnBrk="0" hangingPunct="1">
              <a:lnSpc>
                <a:spcPct val="112000"/>
              </a:lnSpc>
              <a:spcBef>
                <a:spcPts val="900"/>
              </a:spcBef>
              <a:buFont typeface="Arial" panose="020B0604020202020204" pitchFamily="34" charset="0"/>
              <a:buNone/>
              <a:defRPr sz="1600" i="1" kern="1200" baseline="0">
                <a:solidFill>
                  <a:schemeClr val="tx1">
                    <a:tint val="75000"/>
                  </a:schemeClr>
                </a:solidFill>
                <a:latin typeface="+mn-lt"/>
                <a:ea typeface="+mn-ea"/>
                <a:cs typeface="+mn-cs"/>
              </a:defRPr>
            </a:lvl5pPr>
            <a:lvl6pPr marL="2286000" indent="0" algn="l" defTabSz="914400" rtl="0" eaLnBrk="1" latinLnBrk="0" hangingPunct="1">
              <a:lnSpc>
                <a:spcPct val="112000"/>
              </a:lnSpc>
              <a:spcBef>
                <a:spcPts val="1300"/>
              </a:spcBef>
              <a:buFont typeface="Corbel" panose="020B0503020204020204" pitchFamily="34" charset="0"/>
              <a:buNone/>
              <a:defRPr sz="1600" kern="1200">
                <a:solidFill>
                  <a:schemeClr val="tx1">
                    <a:tint val="75000"/>
                  </a:schemeClr>
                </a:solidFill>
                <a:latin typeface="+mn-lt"/>
                <a:ea typeface="+mn-ea"/>
                <a:cs typeface="+mn-cs"/>
              </a:defRPr>
            </a:lvl6pPr>
            <a:lvl7pPr marL="2743200" indent="0" algn="l" defTabSz="914400" rtl="0" eaLnBrk="1" latinLnBrk="0" hangingPunct="1">
              <a:lnSpc>
                <a:spcPct val="112000"/>
              </a:lnSpc>
              <a:spcBef>
                <a:spcPts val="1300"/>
              </a:spcBef>
              <a:buFont typeface="Arial" panose="020B0604020202020204" pitchFamily="34" charset="0"/>
              <a:buNone/>
              <a:defRPr sz="1600" i="1" kern="1200">
                <a:solidFill>
                  <a:schemeClr val="tx1">
                    <a:tint val="75000"/>
                  </a:schemeClr>
                </a:solidFill>
                <a:latin typeface="+mn-lt"/>
                <a:ea typeface="+mn-ea"/>
                <a:cs typeface="+mn-cs"/>
              </a:defRPr>
            </a:lvl7pPr>
            <a:lvl8pPr marL="3200400" indent="0" algn="l" defTabSz="914400" rtl="0" eaLnBrk="1" latinLnBrk="0" hangingPunct="1">
              <a:lnSpc>
                <a:spcPct val="112000"/>
              </a:lnSpc>
              <a:spcBef>
                <a:spcPts val="1300"/>
              </a:spcBef>
              <a:buFont typeface="Corbel" panose="020B0503020204020204" pitchFamily="34" charset="0"/>
              <a:buNone/>
              <a:defRPr sz="1600" kern="1200">
                <a:solidFill>
                  <a:schemeClr val="tx1">
                    <a:tint val="75000"/>
                  </a:schemeClr>
                </a:solidFill>
                <a:latin typeface="+mn-lt"/>
                <a:ea typeface="+mn-ea"/>
                <a:cs typeface="+mn-cs"/>
              </a:defRPr>
            </a:lvl8pPr>
            <a:lvl9pPr marL="3657600" indent="0" algn="l" defTabSz="914400" rtl="0" eaLnBrk="1" latinLnBrk="0" hangingPunct="1">
              <a:lnSpc>
                <a:spcPct val="112000"/>
              </a:lnSpc>
              <a:spcBef>
                <a:spcPts val="1300"/>
              </a:spcBef>
              <a:buFont typeface="Arial" panose="020B0604020202020204" pitchFamily="34" charset="0"/>
              <a:buNone/>
              <a:defRPr sz="1600" i="1" kern="1200" baseline="0">
                <a:solidFill>
                  <a:schemeClr val="tx1">
                    <a:tint val="75000"/>
                  </a:schemeClr>
                </a:solidFill>
                <a:latin typeface="+mn-lt"/>
                <a:ea typeface="+mn-ea"/>
                <a:cs typeface="+mn-cs"/>
              </a:defRPr>
            </a:lvl9pPr>
          </a:lstStyle>
          <a:p>
            <a:pPr marL="0" marR="0" lvl="0" indent="0" algn="ctr" defTabSz="914400" rtl="0" eaLnBrk="1" fontAlgn="auto" latinLnBrk="0" hangingPunct="1">
              <a:lnSpc>
                <a:spcPct val="113000"/>
              </a:lnSpc>
              <a:spcBef>
                <a:spcPts val="0"/>
              </a:spcBef>
              <a:spcAft>
                <a:spcPts val="0"/>
              </a:spcAft>
              <a:buClrTx/>
              <a:buSzTx/>
              <a:buFont typeface="Arial" panose="020B0604020202020204" pitchFamily="34" charset="0"/>
              <a:buNone/>
              <a:tabLst/>
              <a:defRPr/>
            </a:pPr>
            <a:r>
              <a:rPr kumimoji="0" lang="en-AU" sz="5400" b="1" i="1" u="sng" strike="noStrike" kern="1200" cap="none" spc="0" normalizeH="0" baseline="0" noProof="0" dirty="0">
                <a:ln>
                  <a:noFill/>
                </a:ln>
                <a:solidFill>
                  <a:prstClr val="black"/>
                </a:solidFill>
                <a:effectLst/>
                <a:uLnTx/>
                <a:uFillTx/>
                <a:latin typeface="Corbel" panose="020B0503020204020204"/>
                <a:ea typeface="+mn-ea"/>
                <a:cs typeface="+mn-cs"/>
              </a:rPr>
              <a:t>Memory Retrieval</a:t>
            </a:r>
          </a:p>
        </p:txBody>
      </p:sp>
    </p:spTree>
    <p:extLst>
      <p:ext uri="{BB962C8B-B14F-4D97-AF65-F5344CB8AC3E}">
        <p14:creationId xmlns:p14="http://schemas.microsoft.com/office/powerpoint/2010/main" val="3052870625"/>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5" name="Text Placeholder 4"/>
          <p:cNvSpPr>
            <a:spLocks noGrp="1"/>
          </p:cNvSpPr>
          <p:nvPr>
            <p:ph type="body" idx="1"/>
          </p:nvPr>
        </p:nvSpPr>
        <p:spPr>
          <a:xfrm>
            <a:off x="116055" y="2470159"/>
            <a:ext cx="11833769" cy="2715452"/>
          </a:xfrm>
        </p:spPr>
        <p:txBody>
          <a:bodyPr>
            <a:noAutofit/>
          </a:bodyPr>
          <a:lstStyle/>
          <a:p>
            <a:pPr algn="l">
              <a:lnSpc>
                <a:spcPct val="100000"/>
              </a:lnSpc>
              <a:buClr>
                <a:schemeClr val="accent1"/>
              </a:buClr>
            </a:pPr>
            <a:r>
              <a:rPr lang="en-AU" sz="2800" i="0" dirty="0">
                <a:solidFill>
                  <a:schemeClr val="tx1"/>
                </a:solidFill>
              </a:rPr>
              <a:t>The retrieval of information using minimal cues.</a:t>
            </a:r>
          </a:p>
          <a:p>
            <a:pPr algn="l">
              <a:lnSpc>
                <a:spcPct val="100000"/>
              </a:lnSpc>
              <a:buClr>
                <a:schemeClr val="accent1"/>
              </a:buClr>
            </a:pPr>
            <a:endParaRPr lang="en-AU" sz="1600" i="0" dirty="0">
              <a:solidFill>
                <a:schemeClr val="tx1"/>
              </a:solidFill>
            </a:endParaRPr>
          </a:p>
          <a:p>
            <a:pPr algn="l">
              <a:lnSpc>
                <a:spcPct val="100000"/>
              </a:lnSpc>
              <a:buClr>
                <a:schemeClr val="accent1"/>
              </a:buClr>
            </a:pPr>
            <a:r>
              <a:rPr lang="en-AU" sz="2800" i="0" dirty="0">
                <a:solidFill>
                  <a:schemeClr val="tx1"/>
                </a:solidFill>
              </a:rPr>
              <a:t>There are three types of recall:</a:t>
            </a:r>
          </a:p>
          <a:p>
            <a:pPr marL="457200" indent="-457200" algn="l">
              <a:lnSpc>
                <a:spcPct val="100000"/>
              </a:lnSpc>
              <a:buClr>
                <a:schemeClr val="accent1"/>
              </a:buClr>
              <a:buFont typeface="Wingdings" panose="05000000000000000000" pitchFamily="2" charset="2"/>
              <a:buChar char="§"/>
            </a:pPr>
            <a:r>
              <a:rPr lang="en-AU" sz="2800" b="1" i="0" dirty="0">
                <a:solidFill>
                  <a:schemeClr val="tx1"/>
                </a:solidFill>
              </a:rPr>
              <a:t>Free recall: </a:t>
            </a:r>
          </a:p>
          <a:p>
            <a:pPr algn="l">
              <a:lnSpc>
                <a:spcPct val="100000"/>
              </a:lnSpc>
              <a:buClr>
                <a:schemeClr val="accent1"/>
              </a:buClr>
            </a:pPr>
            <a:r>
              <a:rPr lang="en-AU" sz="2800" i="0" dirty="0">
                <a:solidFill>
                  <a:schemeClr val="tx1"/>
                </a:solidFill>
              </a:rPr>
              <a:t>	</a:t>
            </a:r>
            <a:r>
              <a:rPr lang="en-AU" sz="2800" dirty="0">
                <a:solidFill>
                  <a:schemeClr val="tx1"/>
                </a:solidFill>
              </a:rPr>
              <a:t>The recollection of as much information as possible without any cues</a:t>
            </a:r>
            <a:endParaRPr lang="en-AU" sz="2800" i="0" dirty="0">
              <a:solidFill>
                <a:schemeClr val="tx1"/>
              </a:solidFill>
            </a:endParaRPr>
          </a:p>
          <a:p>
            <a:pPr marL="457200" indent="-457200" algn="l">
              <a:lnSpc>
                <a:spcPct val="100000"/>
              </a:lnSpc>
              <a:buClr>
                <a:schemeClr val="accent1"/>
              </a:buClr>
              <a:buFont typeface="Wingdings" panose="05000000000000000000" pitchFamily="2" charset="2"/>
              <a:buChar char="§"/>
            </a:pPr>
            <a:r>
              <a:rPr lang="en-AU" sz="2800" b="1" i="0" dirty="0">
                <a:solidFill>
                  <a:schemeClr val="tx1"/>
                </a:solidFill>
              </a:rPr>
              <a:t>Serial recall: </a:t>
            </a:r>
          </a:p>
          <a:p>
            <a:pPr algn="l">
              <a:lnSpc>
                <a:spcPct val="100000"/>
              </a:lnSpc>
              <a:buClr>
                <a:schemeClr val="accent1"/>
              </a:buClr>
            </a:pPr>
            <a:r>
              <a:rPr lang="en-AU" sz="2800" i="0" dirty="0">
                <a:solidFill>
                  <a:schemeClr val="tx1"/>
                </a:solidFill>
              </a:rPr>
              <a:t>	</a:t>
            </a:r>
            <a:r>
              <a:rPr lang="en-AU" sz="2800" dirty="0">
                <a:solidFill>
                  <a:schemeClr val="tx1"/>
                </a:solidFill>
              </a:rPr>
              <a:t>Recalling information in the order it was presented </a:t>
            </a:r>
            <a:endParaRPr lang="en-AU" sz="2800" i="0" dirty="0">
              <a:solidFill>
                <a:schemeClr val="tx1"/>
              </a:solidFill>
            </a:endParaRPr>
          </a:p>
          <a:p>
            <a:pPr marL="457200" indent="-457200" algn="l">
              <a:lnSpc>
                <a:spcPct val="100000"/>
              </a:lnSpc>
              <a:buClr>
                <a:schemeClr val="accent1"/>
              </a:buClr>
              <a:buFont typeface="Wingdings" panose="05000000000000000000" pitchFamily="2" charset="2"/>
              <a:buChar char="§"/>
            </a:pPr>
            <a:r>
              <a:rPr lang="en-AU" sz="2800" b="1" i="0" dirty="0">
                <a:solidFill>
                  <a:schemeClr val="tx1"/>
                </a:solidFill>
              </a:rPr>
              <a:t>Cued recall:</a:t>
            </a:r>
            <a:r>
              <a:rPr lang="en-AU" sz="2800" b="1" dirty="0">
                <a:solidFill>
                  <a:schemeClr val="tx1"/>
                </a:solidFill>
              </a:rPr>
              <a:t> </a:t>
            </a:r>
          </a:p>
          <a:p>
            <a:pPr algn="l">
              <a:lnSpc>
                <a:spcPct val="100000"/>
              </a:lnSpc>
              <a:buClr>
                <a:schemeClr val="accent1"/>
              </a:buClr>
            </a:pPr>
            <a:r>
              <a:rPr lang="en-AU" sz="2800" dirty="0">
                <a:solidFill>
                  <a:schemeClr val="tx1"/>
                </a:solidFill>
              </a:rPr>
              <a:t>	Recall assisted by prompts/hints (cues) to aid retrieval without using the 	original terms</a:t>
            </a:r>
          </a:p>
          <a:p>
            <a:pPr algn="l">
              <a:lnSpc>
                <a:spcPct val="100000"/>
              </a:lnSpc>
              <a:buClr>
                <a:schemeClr val="accent1"/>
              </a:buClr>
            </a:pPr>
            <a:endParaRPr lang="en-AU" sz="1600" dirty="0">
              <a:solidFill>
                <a:schemeClr val="tx1"/>
              </a:solidFill>
            </a:endParaRPr>
          </a:p>
          <a:p>
            <a:pPr algn="l">
              <a:lnSpc>
                <a:spcPct val="100000"/>
              </a:lnSpc>
              <a:buClr>
                <a:schemeClr val="accent1"/>
              </a:buClr>
            </a:pPr>
            <a:r>
              <a:rPr lang="en-AU" sz="2800" i="0" dirty="0">
                <a:solidFill>
                  <a:schemeClr val="tx1"/>
                </a:solidFill>
              </a:rPr>
              <a:t>Least sensitive form of retrieval</a:t>
            </a:r>
            <a:endParaRPr lang="en-AU" sz="3200" i="0" dirty="0">
              <a:solidFill>
                <a:schemeClr val="tx1"/>
              </a:solidFill>
            </a:endParaRPr>
          </a:p>
          <a:p>
            <a:pPr lvl="1">
              <a:buClr>
                <a:schemeClr val="accent1"/>
              </a:buClr>
            </a:pPr>
            <a:endParaRPr lang="en-AU" sz="2400" i="0" dirty="0">
              <a:solidFill>
                <a:schemeClr val="tx1"/>
              </a:solidFill>
            </a:endParaRPr>
          </a:p>
        </p:txBody>
      </p:sp>
      <p:sp>
        <p:nvSpPr>
          <p:cNvPr id="6" name="Text Placeholder 2"/>
          <p:cNvSpPr txBox="1">
            <a:spLocks/>
          </p:cNvSpPr>
          <p:nvPr/>
        </p:nvSpPr>
        <p:spPr>
          <a:xfrm>
            <a:off x="728973" y="244907"/>
            <a:ext cx="10607935" cy="819150"/>
          </a:xfrm>
          <a:prstGeom prst="rect">
            <a:avLst/>
          </a:prstGeom>
        </p:spPr>
        <p:txBody>
          <a:bodyPr vert="horz" lIns="91440" tIns="45720" rIns="91440" bIns="45720" rtlCol="0" anchor="ctr">
            <a:noAutofit/>
          </a:bodyPr>
          <a:lstStyle>
            <a:lvl1pPr marL="0" indent="0" algn="r" defTabSz="914400" rtl="0" eaLnBrk="1" latinLnBrk="0" hangingPunct="1">
              <a:lnSpc>
                <a:spcPct val="113000"/>
              </a:lnSpc>
              <a:spcBef>
                <a:spcPts val="0"/>
              </a:spcBef>
              <a:buFont typeface="Arial" panose="020B0604020202020204" pitchFamily="34" charset="0"/>
              <a:buNone/>
              <a:defRPr sz="2000" b="0" i="1" kern="1200" baseline="0">
                <a:solidFill>
                  <a:schemeClr val="accent1"/>
                </a:solidFill>
                <a:latin typeface="+mn-lt"/>
                <a:ea typeface="+mn-ea"/>
                <a:cs typeface="+mn-cs"/>
              </a:defRPr>
            </a:lvl1pPr>
            <a:lvl2pPr marL="457200" indent="0" algn="l" defTabSz="914400" rtl="0" eaLnBrk="1" latinLnBrk="0" hangingPunct="1">
              <a:lnSpc>
                <a:spcPct val="112000"/>
              </a:lnSpc>
              <a:spcBef>
                <a:spcPts val="900"/>
              </a:spcBef>
              <a:buFont typeface="Corbel" panose="020B0503020204020204" pitchFamily="34" charset="0"/>
              <a:buNone/>
              <a:defRPr sz="2000" kern="1200" baseline="0">
                <a:solidFill>
                  <a:schemeClr val="tx1">
                    <a:tint val="75000"/>
                  </a:schemeClr>
                </a:solidFill>
                <a:latin typeface="+mn-lt"/>
                <a:ea typeface="+mn-ea"/>
                <a:cs typeface="+mn-cs"/>
              </a:defRPr>
            </a:lvl2pPr>
            <a:lvl3pPr marL="914400" indent="0" algn="l" defTabSz="914400" rtl="0" eaLnBrk="1" latinLnBrk="0" hangingPunct="1">
              <a:lnSpc>
                <a:spcPct val="112000"/>
              </a:lnSpc>
              <a:spcBef>
                <a:spcPts val="900"/>
              </a:spcBef>
              <a:buFont typeface="Arial" panose="020B0604020202020204" pitchFamily="34" charset="0"/>
              <a:buNone/>
              <a:defRPr sz="1800" kern="1200" baseline="0">
                <a:solidFill>
                  <a:schemeClr val="tx1">
                    <a:tint val="75000"/>
                  </a:schemeClr>
                </a:solidFill>
                <a:latin typeface="+mn-lt"/>
                <a:ea typeface="+mn-ea"/>
                <a:cs typeface="+mn-cs"/>
              </a:defRPr>
            </a:lvl3pPr>
            <a:lvl4pPr marL="1371600" indent="0" algn="l" defTabSz="914400" rtl="0" eaLnBrk="1" latinLnBrk="0" hangingPunct="1">
              <a:lnSpc>
                <a:spcPct val="112000"/>
              </a:lnSpc>
              <a:spcBef>
                <a:spcPts val="900"/>
              </a:spcBef>
              <a:buFont typeface="Corbel" panose="020B0503020204020204" pitchFamily="34" charset="0"/>
              <a:buNone/>
              <a:defRPr sz="1600" kern="1200" baseline="0">
                <a:solidFill>
                  <a:schemeClr val="tx1">
                    <a:tint val="75000"/>
                  </a:schemeClr>
                </a:solidFill>
                <a:latin typeface="+mn-lt"/>
                <a:ea typeface="+mn-ea"/>
                <a:cs typeface="+mn-cs"/>
              </a:defRPr>
            </a:lvl4pPr>
            <a:lvl5pPr marL="1828800" indent="0" algn="l" defTabSz="914400" rtl="0" eaLnBrk="1" latinLnBrk="0" hangingPunct="1">
              <a:lnSpc>
                <a:spcPct val="112000"/>
              </a:lnSpc>
              <a:spcBef>
                <a:spcPts val="900"/>
              </a:spcBef>
              <a:buFont typeface="Arial" panose="020B0604020202020204" pitchFamily="34" charset="0"/>
              <a:buNone/>
              <a:defRPr sz="1600" i="1" kern="1200" baseline="0">
                <a:solidFill>
                  <a:schemeClr val="tx1">
                    <a:tint val="75000"/>
                  </a:schemeClr>
                </a:solidFill>
                <a:latin typeface="+mn-lt"/>
                <a:ea typeface="+mn-ea"/>
                <a:cs typeface="+mn-cs"/>
              </a:defRPr>
            </a:lvl5pPr>
            <a:lvl6pPr marL="2286000" indent="0" algn="l" defTabSz="914400" rtl="0" eaLnBrk="1" latinLnBrk="0" hangingPunct="1">
              <a:lnSpc>
                <a:spcPct val="112000"/>
              </a:lnSpc>
              <a:spcBef>
                <a:spcPts val="1300"/>
              </a:spcBef>
              <a:buFont typeface="Corbel" panose="020B0503020204020204" pitchFamily="34" charset="0"/>
              <a:buNone/>
              <a:defRPr sz="1600" kern="1200">
                <a:solidFill>
                  <a:schemeClr val="tx1">
                    <a:tint val="75000"/>
                  </a:schemeClr>
                </a:solidFill>
                <a:latin typeface="+mn-lt"/>
                <a:ea typeface="+mn-ea"/>
                <a:cs typeface="+mn-cs"/>
              </a:defRPr>
            </a:lvl6pPr>
            <a:lvl7pPr marL="2743200" indent="0" algn="l" defTabSz="914400" rtl="0" eaLnBrk="1" latinLnBrk="0" hangingPunct="1">
              <a:lnSpc>
                <a:spcPct val="112000"/>
              </a:lnSpc>
              <a:spcBef>
                <a:spcPts val="1300"/>
              </a:spcBef>
              <a:buFont typeface="Arial" panose="020B0604020202020204" pitchFamily="34" charset="0"/>
              <a:buNone/>
              <a:defRPr sz="1600" i="1" kern="1200">
                <a:solidFill>
                  <a:schemeClr val="tx1">
                    <a:tint val="75000"/>
                  </a:schemeClr>
                </a:solidFill>
                <a:latin typeface="+mn-lt"/>
                <a:ea typeface="+mn-ea"/>
                <a:cs typeface="+mn-cs"/>
              </a:defRPr>
            </a:lvl7pPr>
            <a:lvl8pPr marL="3200400" indent="0" algn="l" defTabSz="914400" rtl="0" eaLnBrk="1" latinLnBrk="0" hangingPunct="1">
              <a:lnSpc>
                <a:spcPct val="112000"/>
              </a:lnSpc>
              <a:spcBef>
                <a:spcPts val="1300"/>
              </a:spcBef>
              <a:buFont typeface="Corbel" panose="020B0503020204020204" pitchFamily="34" charset="0"/>
              <a:buNone/>
              <a:defRPr sz="1600" kern="1200">
                <a:solidFill>
                  <a:schemeClr val="tx1">
                    <a:tint val="75000"/>
                  </a:schemeClr>
                </a:solidFill>
                <a:latin typeface="+mn-lt"/>
                <a:ea typeface="+mn-ea"/>
                <a:cs typeface="+mn-cs"/>
              </a:defRPr>
            </a:lvl8pPr>
            <a:lvl9pPr marL="3657600" indent="0" algn="l" defTabSz="914400" rtl="0" eaLnBrk="1" latinLnBrk="0" hangingPunct="1">
              <a:lnSpc>
                <a:spcPct val="112000"/>
              </a:lnSpc>
              <a:spcBef>
                <a:spcPts val="1300"/>
              </a:spcBef>
              <a:buFont typeface="Arial" panose="020B0604020202020204" pitchFamily="34" charset="0"/>
              <a:buNone/>
              <a:defRPr sz="1600" i="1" kern="1200" baseline="0">
                <a:solidFill>
                  <a:schemeClr val="tx1">
                    <a:tint val="75000"/>
                  </a:schemeClr>
                </a:solidFill>
                <a:latin typeface="+mn-lt"/>
                <a:ea typeface="+mn-ea"/>
                <a:cs typeface="+mn-cs"/>
              </a:defRPr>
            </a:lvl9pPr>
          </a:lstStyle>
          <a:p>
            <a:pPr marL="0" marR="0" lvl="0" indent="0" algn="ctr" defTabSz="914400" rtl="0" eaLnBrk="1" fontAlgn="auto" latinLnBrk="0" hangingPunct="1">
              <a:lnSpc>
                <a:spcPct val="113000"/>
              </a:lnSpc>
              <a:spcBef>
                <a:spcPts val="0"/>
              </a:spcBef>
              <a:spcAft>
                <a:spcPts val="0"/>
              </a:spcAft>
              <a:buClrTx/>
              <a:buSzTx/>
              <a:buFont typeface="Arial" panose="020B0604020202020204" pitchFamily="34" charset="0"/>
              <a:buNone/>
              <a:tabLst/>
              <a:defRPr/>
            </a:pPr>
            <a:r>
              <a:rPr kumimoji="0" lang="en-AU" sz="5400" b="1" i="1" u="sng" strike="noStrike" kern="1200" cap="none" spc="0" normalizeH="0" baseline="0" noProof="0" dirty="0">
                <a:ln>
                  <a:noFill/>
                </a:ln>
                <a:solidFill>
                  <a:prstClr val="black"/>
                </a:solidFill>
                <a:effectLst/>
                <a:uLnTx/>
                <a:uFillTx/>
                <a:latin typeface="Corbel" panose="020B0503020204020204"/>
                <a:ea typeface="+mn-ea"/>
                <a:cs typeface="+mn-cs"/>
              </a:rPr>
              <a:t>Recall</a:t>
            </a:r>
          </a:p>
        </p:txBody>
      </p:sp>
    </p:spTree>
    <p:extLst>
      <p:ext uri="{BB962C8B-B14F-4D97-AF65-F5344CB8AC3E}">
        <p14:creationId xmlns:p14="http://schemas.microsoft.com/office/powerpoint/2010/main" val="2971173960"/>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5" name="Text Placeholder 4"/>
          <p:cNvSpPr>
            <a:spLocks noGrp="1"/>
          </p:cNvSpPr>
          <p:nvPr>
            <p:ph type="body" idx="1"/>
          </p:nvPr>
        </p:nvSpPr>
        <p:spPr>
          <a:xfrm>
            <a:off x="116057" y="2557842"/>
            <a:ext cx="11833769" cy="2715452"/>
          </a:xfrm>
        </p:spPr>
        <p:txBody>
          <a:bodyPr>
            <a:noAutofit/>
          </a:bodyPr>
          <a:lstStyle/>
          <a:p>
            <a:pPr marL="457200" indent="-457200" algn="l">
              <a:lnSpc>
                <a:spcPct val="100000"/>
              </a:lnSpc>
              <a:buClr>
                <a:schemeClr val="accent1"/>
              </a:buClr>
              <a:buFont typeface="Wingdings" panose="05000000000000000000" pitchFamily="2" charset="2"/>
              <a:buChar char="§"/>
            </a:pPr>
            <a:r>
              <a:rPr lang="en-AU" sz="2800" i="0" dirty="0">
                <a:solidFill>
                  <a:schemeClr val="tx1"/>
                </a:solidFill>
              </a:rPr>
              <a:t>A form of retrieval where the correct information needs to be identified amongst a set of alternatives</a:t>
            </a:r>
          </a:p>
          <a:p>
            <a:pPr marL="914400" lvl="1" indent="-457200">
              <a:lnSpc>
                <a:spcPct val="100000"/>
              </a:lnSpc>
              <a:buClr>
                <a:schemeClr val="accent1"/>
              </a:buClr>
              <a:buFont typeface="Courier New" panose="02070309020205020404" pitchFamily="49" charset="0"/>
              <a:buChar char="o"/>
            </a:pPr>
            <a:r>
              <a:rPr lang="en-AU" sz="2800" dirty="0">
                <a:solidFill>
                  <a:schemeClr val="tx1"/>
                </a:solidFill>
              </a:rPr>
              <a:t>This differs to cued recall as the original information is presented</a:t>
            </a:r>
          </a:p>
          <a:p>
            <a:pPr marL="914400" lvl="1" indent="-457200">
              <a:lnSpc>
                <a:spcPct val="100000"/>
              </a:lnSpc>
              <a:buClr>
                <a:schemeClr val="accent1"/>
              </a:buClr>
              <a:buFont typeface="Courier New" panose="02070309020205020404" pitchFamily="49" charset="0"/>
              <a:buChar char="o"/>
            </a:pPr>
            <a:r>
              <a:rPr lang="en-AU" sz="2800" i="0" dirty="0">
                <a:solidFill>
                  <a:schemeClr val="tx1"/>
                </a:solidFill>
              </a:rPr>
              <a:t>E.g. multiple choice test</a:t>
            </a:r>
          </a:p>
          <a:p>
            <a:pPr marL="914400" lvl="1" indent="-457200">
              <a:lnSpc>
                <a:spcPct val="100000"/>
              </a:lnSpc>
              <a:buClr>
                <a:schemeClr val="accent1"/>
              </a:buClr>
              <a:buFont typeface="Courier New" panose="02070309020205020404" pitchFamily="49" charset="0"/>
              <a:buChar char="o"/>
            </a:pPr>
            <a:endParaRPr lang="en-AU" sz="2800" i="0" dirty="0">
              <a:solidFill>
                <a:schemeClr val="tx1"/>
              </a:solidFill>
            </a:endParaRPr>
          </a:p>
          <a:p>
            <a:pPr marL="457200" indent="-457200" algn="l">
              <a:lnSpc>
                <a:spcPct val="100000"/>
              </a:lnSpc>
              <a:buClr>
                <a:schemeClr val="accent1"/>
              </a:buClr>
              <a:buFont typeface="Wingdings" panose="05000000000000000000" pitchFamily="2" charset="2"/>
              <a:buChar char="§"/>
            </a:pPr>
            <a:r>
              <a:rPr lang="en-AU" sz="2800" i="0" dirty="0">
                <a:solidFill>
                  <a:schemeClr val="tx1"/>
                </a:solidFill>
              </a:rPr>
              <a:t>Considered to be more accurate than recall </a:t>
            </a:r>
          </a:p>
          <a:p>
            <a:pPr marL="914400" lvl="1" indent="-457200">
              <a:lnSpc>
                <a:spcPct val="100000"/>
              </a:lnSpc>
              <a:buClr>
                <a:schemeClr val="accent1"/>
              </a:buClr>
              <a:buFont typeface="Courier New" panose="02070309020205020404" pitchFamily="49" charset="0"/>
              <a:buChar char="o"/>
            </a:pPr>
            <a:r>
              <a:rPr lang="en-AU" sz="2800" dirty="0">
                <a:solidFill>
                  <a:schemeClr val="tx1"/>
                </a:solidFill>
              </a:rPr>
              <a:t>More cues to assist with recall</a:t>
            </a:r>
            <a:endParaRPr lang="en-AU" sz="2800" i="0" dirty="0">
              <a:solidFill>
                <a:schemeClr val="tx1"/>
              </a:solidFill>
            </a:endParaRPr>
          </a:p>
          <a:p>
            <a:pPr lvl="1">
              <a:buClr>
                <a:schemeClr val="accent1"/>
              </a:buClr>
            </a:pPr>
            <a:endParaRPr lang="en-AU" sz="2400" i="0" dirty="0">
              <a:solidFill>
                <a:schemeClr val="tx1"/>
              </a:solidFill>
            </a:endParaRPr>
          </a:p>
        </p:txBody>
      </p:sp>
      <p:sp>
        <p:nvSpPr>
          <p:cNvPr id="6" name="Text Placeholder 2"/>
          <p:cNvSpPr txBox="1">
            <a:spLocks/>
          </p:cNvSpPr>
          <p:nvPr/>
        </p:nvSpPr>
        <p:spPr>
          <a:xfrm>
            <a:off x="728975" y="420272"/>
            <a:ext cx="10607935" cy="819150"/>
          </a:xfrm>
          <a:prstGeom prst="rect">
            <a:avLst/>
          </a:prstGeom>
        </p:spPr>
        <p:txBody>
          <a:bodyPr vert="horz" lIns="91440" tIns="45720" rIns="91440" bIns="45720" rtlCol="0" anchor="ctr">
            <a:noAutofit/>
          </a:bodyPr>
          <a:lstStyle>
            <a:lvl1pPr marL="0" indent="0" algn="r" defTabSz="914400" rtl="0" eaLnBrk="1" latinLnBrk="0" hangingPunct="1">
              <a:lnSpc>
                <a:spcPct val="113000"/>
              </a:lnSpc>
              <a:spcBef>
                <a:spcPts val="0"/>
              </a:spcBef>
              <a:buFont typeface="Arial" panose="020B0604020202020204" pitchFamily="34" charset="0"/>
              <a:buNone/>
              <a:defRPr sz="2000" b="0" i="1" kern="1200" baseline="0">
                <a:solidFill>
                  <a:schemeClr val="accent1"/>
                </a:solidFill>
                <a:latin typeface="+mn-lt"/>
                <a:ea typeface="+mn-ea"/>
                <a:cs typeface="+mn-cs"/>
              </a:defRPr>
            </a:lvl1pPr>
            <a:lvl2pPr marL="457200" indent="0" algn="l" defTabSz="914400" rtl="0" eaLnBrk="1" latinLnBrk="0" hangingPunct="1">
              <a:lnSpc>
                <a:spcPct val="112000"/>
              </a:lnSpc>
              <a:spcBef>
                <a:spcPts val="900"/>
              </a:spcBef>
              <a:buFont typeface="Corbel" panose="020B0503020204020204" pitchFamily="34" charset="0"/>
              <a:buNone/>
              <a:defRPr sz="2000" kern="1200" baseline="0">
                <a:solidFill>
                  <a:schemeClr val="tx1">
                    <a:tint val="75000"/>
                  </a:schemeClr>
                </a:solidFill>
                <a:latin typeface="+mn-lt"/>
                <a:ea typeface="+mn-ea"/>
                <a:cs typeface="+mn-cs"/>
              </a:defRPr>
            </a:lvl2pPr>
            <a:lvl3pPr marL="914400" indent="0" algn="l" defTabSz="914400" rtl="0" eaLnBrk="1" latinLnBrk="0" hangingPunct="1">
              <a:lnSpc>
                <a:spcPct val="112000"/>
              </a:lnSpc>
              <a:spcBef>
                <a:spcPts val="900"/>
              </a:spcBef>
              <a:buFont typeface="Arial" panose="020B0604020202020204" pitchFamily="34" charset="0"/>
              <a:buNone/>
              <a:defRPr sz="1800" kern="1200" baseline="0">
                <a:solidFill>
                  <a:schemeClr val="tx1">
                    <a:tint val="75000"/>
                  </a:schemeClr>
                </a:solidFill>
                <a:latin typeface="+mn-lt"/>
                <a:ea typeface="+mn-ea"/>
                <a:cs typeface="+mn-cs"/>
              </a:defRPr>
            </a:lvl3pPr>
            <a:lvl4pPr marL="1371600" indent="0" algn="l" defTabSz="914400" rtl="0" eaLnBrk="1" latinLnBrk="0" hangingPunct="1">
              <a:lnSpc>
                <a:spcPct val="112000"/>
              </a:lnSpc>
              <a:spcBef>
                <a:spcPts val="900"/>
              </a:spcBef>
              <a:buFont typeface="Corbel" panose="020B0503020204020204" pitchFamily="34" charset="0"/>
              <a:buNone/>
              <a:defRPr sz="1600" kern="1200" baseline="0">
                <a:solidFill>
                  <a:schemeClr val="tx1">
                    <a:tint val="75000"/>
                  </a:schemeClr>
                </a:solidFill>
                <a:latin typeface="+mn-lt"/>
                <a:ea typeface="+mn-ea"/>
                <a:cs typeface="+mn-cs"/>
              </a:defRPr>
            </a:lvl4pPr>
            <a:lvl5pPr marL="1828800" indent="0" algn="l" defTabSz="914400" rtl="0" eaLnBrk="1" latinLnBrk="0" hangingPunct="1">
              <a:lnSpc>
                <a:spcPct val="112000"/>
              </a:lnSpc>
              <a:spcBef>
                <a:spcPts val="900"/>
              </a:spcBef>
              <a:buFont typeface="Arial" panose="020B0604020202020204" pitchFamily="34" charset="0"/>
              <a:buNone/>
              <a:defRPr sz="1600" i="1" kern="1200" baseline="0">
                <a:solidFill>
                  <a:schemeClr val="tx1">
                    <a:tint val="75000"/>
                  </a:schemeClr>
                </a:solidFill>
                <a:latin typeface="+mn-lt"/>
                <a:ea typeface="+mn-ea"/>
                <a:cs typeface="+mn-cs"/>
              </a:defRPr>
            </a:lvl5pPr>
            <a:lvl6pPr marL="2286000" indent="0" algn="l" defTabSz="914400" rtl="0" eaLnBrk="1" latinLnBrk="0" hangingPunct="1">
              <a:lnSpc>
                <a:spcPct val="112000"/>
              </a:lnSpc>
              <a:spcBef>
                <a:spcPts val="1300"/>
              </a:spcBef>
              <a:buFont typeface="Corbel" panose="020B0503020204020204" pitchFamily="34" charset="0"/>
              <a:buNone/>
              <a:defRPr sz="1600" kern="1200">
                <a:solidFill>
                  <a:schemeClr val="tx1">
                    <a:tint val="75000"/>
                  </a:schemeClr>
                </a:solidFill>
                <a:latin typeface="+mn-lt"/>
                <a:ea typeface="+mn-ea"/>
                <a:cs typeface="+mn-cs"/>
              </a:defRPr>
            </a:lvl6pPr>
            <a:lvl7pPr marL="2743200" indent="0" algn="l" defTabSz="914400" rtl="0" eaLnBrk="1" latinLnBrk="0" hangingPunct="1">
              <a:lnSpc>
                <a:spcPct val="112000"/>
              </a:lnSpc>
              <a:spcBef>
                <a:spcPts val="1300"/>
              </a:spcBef>
              <a:buFont typeface="Arial" panose="020B0604020202020204" pitchFamily="34" charset="0"/>
              <a:buNone/>
              <a:defRPr sz="1600" i="1" kern="1200">
                <a:solidFill>
                  <a:schemeClr val="tx1">
                    <a:tint val="75000"/>
                  </a:schemeClr>
                </a:solidFill>
                <a:latin typeface="+mn-lt"/>
                <a:ea typeface="+mn-ea"/>
                <a:cs typeface="+mn-cs"/>
              </a:defRPr>
            </a:lvl7pPr>
            <a:lvl8pPr marL="3200400" indent="0" algn="l" defTabSz="914400" rtl="0" eaLnBrk="1" latinLnBrk="0" hangingPunct="1">
              <a:lnSpc>
                <a:spcPct val="112000"/>
              </a:lnSpc>
              <a:spcBef>
                <a:spcPts val="1300"/>
              </a:spcBef>
              <a:buFont typeface="Corbel" panose="020B0503020204020204" pitchFamily="34" charset="0"/>
              <a:buNone/>
              <a:defRPr sz="1600" kern="1200">
                <a:solidFill>
                  <a:schemeClr val="tx1">
                    <a:tint val="75000"/>
                  </a:schemeClr>
                </a:solidFill>
                <a:latin typeface="+mn-lt"/>
                <a:ea typeface="+mn-ea"/>
                <a:cs typeface="+mn-cs"/>
              </a:defRPr>
            </a:lvl8pPr>
            <a:lvl9pPr marL="3657600" indent="0" algn="l" defTabSz="914400" rtl="0" eaLnBrk="1" latinLnBrk="0" hangingPunct="1">
              <a:lnSpc>
                <a:spcPct val="112000"/>
              </a:lnSpc>
              <a:spcBef>
                <a:spcPts val="1300"/>
              </a:spcBef>
              <a:buFont typeface="Arial" panose="020B0604020202020204" pitchFamily="34" charset="0"/>
              <a:buNone/>
              <a:defRPr sz="1600" i="1" kern="1200" baseline="0">
                <a:solidFill>
                  <a:schemeClr val="tx1">
                    <a:tint val="75000"/>
                  </a:schemeClr>
                </a:solidFill>
                <a:latin typeface="+mn-lt"/>
                <a:ea typeface="+mn-ea"/>
                <a:cs typeface="+mn-cs"/>
              </a:defRPr>
            </a:lvl9pPr>
          </a:lstStyle>
          <a:p>
            <a:pPr marL="0" marR="0" lvl="0" indent="0" algn="ctr" defTabSz="914400" rtl="0" eaLnBrk="1" fontAlgn="auto" latinLnBrk="0" hangingPunct="1">
              <a:lnSpc>
                <a:spcPct val="113000"/>
              </a:lnSpc>
              <a:spcBef>
                <a:spcPts val="0"/>
              </a:spcBef>
              <a:spcAft>
                <a:spcPts val="0"/>
              </a:spcAft>
              <a:buClrTx/>
              <a:buSzTx/>
              <a:buFont typeface="Arial" panose="020B0604020202020204" pitchFamily="34" charset="0"/>
              <a:buNone/>
              <a:tabLst/>
              <a:defRPr/>
            </a:pPr>
            <a:r>
              <a:rPr kumimoji="0" lang="en-AU" sz="5400" b="1" i="1" u="sng" strike="noStrike" kern="1200" cap="none" spc="0" normalizeH="0" baseline="0" noProof="0" dirty="0">
                <a:ln>
                  <a:noFill/>
                </a:ln>
                <a:solidFill>
                  <a:prstClr val="black"/>
                </a:solidFill>
                <a:effectLst/>
                <a:uLnTx/>
                <a:uFillTx/>
                <a:latin typeface="Corbel" panose="020B0503020204020204"/>
                <a:ea typeface="+mn-ea"/>
                <a:cs typeface="+mn-cs"/>
              </a:rPr>
              <a:t>Recognition</a:t>
            </a:r>
          </a:p>
        </p:txBody>
      </p:sp>
    </p:spTree>
    <p:extLst>
      <p:ext uri="{BB962C8B-B14F-4D97-AF65-F5344CB8AC3E}">
        <p14:creationId xmlns:p14="http://schemas.microsoft.com/office/powerpoint/2010/main" val="1529360443"/>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5" name="Text Placeholder 4"/>
              <p:cNvSpPr>
                <a:spLocks noGrp="1"/>
              </p:cNvSpPr>
              <p:nvPr>
                <p:ph type="body" idx="1"/>
              </p:nvPr>
            </p:nvSpPr>
            <p:spPr>
              <a:xfrm>
                <a:off x="116055" y="2520263"/>
                <a:ext cx="11833769" cy="2715452"/>
              </a:xfrm>
            </p:spPr>
            <p:txBody>
              <a:bodyPr>
                <a:noAutofit/>
              </a:bodyPr>
              <a:lstStyle/>
              <a:p>
                <a:pPr marL="457200" indent="-457200" algn="l">
                  <a:lnSpc>
                    <a:spcPct val="100000"/>
                  </a:lnSpc>
                  <a:buClr>
                    <a:schemeClr val="accent1"/>
                  </a:buClr>
                  <a:buFont typeface="Wingdings" panose="05000000000000000000" pitchFamily="2" charset="2"/>
                  <a:buChar char="§"/>
                </a:pPr>
                <a:r>
                  <a:rPr lang="en-AU" sz="2400" i="0" dirty="0">
                    <a:solidFill>
                      <a:schemeClr val="tx1"/>
                    </a:solidFill>
                  </a:rPr>
                  <a:t>Refers to learning something again that has already been committed to memory</a:t>
                </a:r>
              </a:p>
              <a:p>
                <a:pPr marL="457200" indent="-457200" algn="l">
                  <a:lnSpc>
                    <a:spcPct val="100000"/>
                  </a:lnSpc>
                  <a:buClr>
                    <a:schemeClr val="accent1"/>
                  </a:buClr>
                  <a:buFont typeface="Wingdings" panose="05000000000000000000" pitchFamily="2" charset="2"/>
                  <a:buChar char="§"/>
                </a:pPr>
                <a:endParaRPr lang="en-AU" sz="2400" i="0" dirty="0">
                  <a:solidFill>
                    <a:schemeClr val="tx1"/>
                  </a:solidFill>
                </a:endParaRPr>
              </a:p>
              <a:p>
                <a:pPr marL="457200" indent="-457200" algn="l">
                  <a:lnSpc>
                    <a:spcPct val="100000"/>
                  </a:lnSpc>
                  <a:buClr>
                    <a:schemeClr val="accent1"/>
                  </a:buClr>
                  <a:buFont typeface="Wingdings" panose="05000000000000000000" pitchFamily="2" charset="2"/>
                  <a:buChar char="§"/>
                </a:pPr>
                <a:r>
                  <a:rPr lang="en-AU" sz="2400" i="0" dirty="0">
                    <a:solidFill>
                      <a:schemeClr val="tx1"/>
                    </a:solidFill>
                  </a:rPr>
                  <a:t>Whilst true for all types of memory this is especially true for procedural memory</a:t>
                </a:r>
              </a:p>
              <a:p>
                <a:pPr marL="914400" lvl="1" indent="-457200">
                  <a:lnSpc>
                    <a:spcPct val="100000"/>
                  </a:lnSpc>
                  <a:buClr>
                    <a:schemeClr val="accent1"/>
                  </a:buClr>
                  <a:buFont typeface="Wingdings" panose="05000000000000000000" pitchFamily="2" charset="2"/>
                  <a:buChar char="§"/>
                </a:pPr>
                <a:r>
                  <a:rPr lang="en-AU" sz="2400" dirty="0">
                    <a:solidFill>
                      <a:schemeClr val="tx1"/>
                    </a:solidFill>
                  </a:rPr>
                  <a:t>E.g. picking up a language or instrument</a:t>
                </a:r>
              </a:p>
              <a:p>
                <a:pPr marL="914400" lvl="1" indent="-457200">
                  <a:lnSpc>
                    <a:spcPct val="100000"/>
                  </a:lnSpc>
                  <a:buClr>
                    <a:schemeClr val="accent1"/>
                  </a:buClr>
                  <a:buFont typeface="Wingdings" panose="05000000000000000000" pitchFamily="2" charset="2"/>
                  <a:buChar char="§"/>
                </a:pPr>
                <a:endParaRPr lang="en-AU" sz="2400" i="0" dirty="0">
                  <a:solidFill>
                    <a:schemeClr val="tx1"/>
                  </a:solidFill>
                </a:endParaRPr>
              </a:p>
              <a:p>
                <a:pPr marL="457200" indent="-457200" algn="l">
                  <a:lnSpc>
                    <a:spcPct val="100000"/>
                  </a:lnSpc>
                  <a:buClr>
                    <a:schemeClr val="accent1"/>
                  </a:buClr>
                  <a:buFont typeface="Wingdings" panose="05000000000000000000" pitchFamily="2" charset="2"/>
                  <a:buChar char="§"/>
                </a:pPr>
                <a:r>
                  <a:rPr lang="en-AU" sz="2400" i="0" dirty="0">
                    <a:solidFill>
                      <a:schemeClr val="tx1"/>
                    </a:solidFill>
                  </a:rPr>
                  <a:t>Known as the </a:t>
                </a:r>
                <a:r>
                  <a:rPr lang="en-AU" sz="2400" dirty="0">
                    <a:solidFill>
                      <a:schemeClr val="tx1"/>
                    </a:solidFill>
                  </a:rPr>
                  <a:t>savings effect</a:t>
                </a:r>
              </a:p>
              <a:p>
                <a:pPr algn="l">
                  <a:lnSpc>
                    <a:spcPct val="100000"/>
                  </a:lnSpc>
                  <a:buClr>
                    <a:schemeClr val="accent1"/>
                  </a:buClr>
                </a:pPr>
                <a14:m>
                  <m:oMathPara xmlns:m="http://schemas.openxmlformats.org/officeDocument/2006/math">
                    <m:oMathParaPr>
                      <m:jc m:val="centerGroup"/>
                    </m:oMathParaPr>
                    <m:oMath xmlns:m="http://schemas.openxmlformats.org/officeDocument/2006/math">
                      <m:r>
                        <a:rPr lang="en-AU" b="0" i="1" smtClean="0">
                          <a:solidFill>
                            <a:schemeClr val="tx1"/>
                          </a:solidFill>
                          <a:latin typeface="Cambria Math" panose="02040503050406030204" pitchFamily="18" charset="0"/>
                        </a:rPr>
                        <m:t>𝑆𝑎𝑣𝑖𝑛𝑔𝑠</m:t>
                      </m:r>
                      <m:r>
                        <a:rPr lang="en-AU" b="0" i="1" smtClean="0">
                          <a:solidFill>
                            <a:schemeClr val="tx1"/>
                          </a:solidFill>
                          <a:latin typeface="Cambria Math" panose="02040503050406030204" pitchFamily="18" charset="0"/>
                        </a:rPr>
                        <m:t> </m:t>
                      </m:r>
                      <m:r>
                        <a:rPr lang="en-AU" b="0" i="1" smtClean="0">
                          <a:solidFill>
                            <a:schemeClr val="tx1"/>
                          </a:solidFill>
                          <a:latin typeface="Cambria Math" panose="02040503050406030204" pitchFamily="18" charset="0"/>
                        </a:rPr>
                        <m:t>𝑠𝑐𝑜𝑟𝑒</m:t>
                      </m:r>
                      <m:r>
                        <a:rPr lang="en-AU" b="0" i="1" smtClean="0">
                          <a:solidFill>
                            <a:schemeClr val="tx1"/>
                          </a:solidFill>
                          <a:latin typeface="Cambria Math" panose="02040503050406030204" pitchFamily="18" charset="0"/>
                        </a:rPr>
                        <m:t>=</m:t>
                      </m:r>
                      <m:f>
                        <m:fPr>
                          <m:ctrlPr>
                            <a:rPr lang="en-AU" i="1" smtClean="0">
                              <a:solidFill>
                                <a:schemeClr val="tx1"/>
                              </a:solidFill>
                              <a:latin typeface="Cambria Math" panose="02040503050406030204" pitchFamily="18" charset="0"/>
                            </a:rPr>
                          </m:ctrlPr>
                        </m:fPr>
                        <m:num>
                          <m:d>
                            <m:dPr>
                              <m:ctrlPr>
                                <a:rPr lang="en-AU" b="0" i="1" smtClean="0">
                                  <a:solidFill>
                                    <a:schemeClr val="tx1"/>
                                  </a:solidFill>
                                  <a:latin typeface="Cambria Math" panose="02040503050406030204" pitchFamily="18" charset="0"/>
                                </a:rPr>
                              </m:ctrlPr>
                            </m:dPr>
                            <m:e>
                              <m:r>
                                <a:rPr lang="en-AU" b="0" i="1" smtClean="0">
                                  <a:solidFill>
                                    <a:schemeClr val="tx1"/>
                                  </a:solidFill>
                                  <a:latin typeface="Cambria Math" panose="02040503050406030204" pitchFamily="18" charset="0"/>
                                </a:rPr>
                                <m:t>𝑡𝑖𝑚𝑒</m:t>
                              </m:r>
                              <m:r>
                                <a:rPr lang="en-AU" b="0" i="1" smtClean="0">
                                  <a:solidFill>
                                    <a:schemeClr val="tx1"/>
                                  </a:solidFill>
                                  <a:latin typeface="Cambria Math" panose="02040503050406030204" pitchFamily="18" charset="0"/>
                                </a:rPr>
                                <m:t> </m:t>
                              </m:r>
                              <m:r>
                                <a:rPr lang="en-AU" b="0" i="1" smtClean="0">
                                  <a:solidFill>
                                    <a:schemeClr val="tx1"/>
                                  </a:solidFill>
                                  <a:latin typeface="Cambria Math" panose="02040503050406030204" pitchFamily="18" charset="0"/>
                                </a:rPr>
                                <m:t>𝑓𝑜𝑟</m:t>
                              </m:r>
                              <m:r>
                                <a:rPr lang="en-AU" b="0" i="1" smtClean="0">
                                  <a:solidFill>
                                    <a:schemeClr val="tx1"/>
                                  </a:solidFill>
                                  <a:latin typeface="Cambria Math" panose="02040503050406030204" pitchFamily="18" charset="0"/>
                                </a:rPr>
                                <m:t> </m:t>
                              </m:r>
                              <m:r>
                                <a:rPr lang="en-AU" b="0" i="1" smtClean="0">
                                  <a:solidFill>
                                    <a:schemeClr val="tx1"/>
                                  </a:solidFill>
                                  <a:latin typeface="Cambria Math" panose="02040503050406030204" pitchFamily="18" charset="0"/>
                                </a:rPr>
                                <m:t>𝑜𝑟𝑖𝑔𝑖𝑛𝑎𝑙</m:t>
                              </m:r>
                              <m:r>
                                <a:rPr lang="en-AU" b="0" i="1" smtClean="0">
                                  <a:solidFill>
                                    <a:schemeClr val="tx1"/>
                                  </a:solidFill>
                                  <a:latin typeface="Cambria Math" panose="02040503050406030204" pitchFamily="18" charset="0"/>
                                </a:rPr>
                                <m:t> </m:t>
                              </m:r>
                              <m:r>
                                <a:rPr lang="en-AU" b="0" i="1" smtClean="0">
                                  <a:solidFill>
                                    <a:schemeClr val="tx1"/>
                                  </a:solidFill>
                                  <a:latin typeface="Cambria Math" panose="02040503050406030204" pitchFamily="18" charset="0"/>
                                </a:rPr>
                                <m:t>𝑙𝑒𝑎𝑟𝑛𝑖𝑛𝑔</m:t>
                              </m:r>
                            </m:e>
                          </m:d>
                          <m:r>
                            <a:rPr lang="en-AU" b="0" i="1" smtClean="0">
                              <a:solidFill>
                                <a:schemeClr val="tx1"/>
                              </a:solidFill>
                              <a:latin typeface="Cambria Math" panose="02040503050406030204" pitchFamily="18" charset="0"/>
                            </a:rPr>
                            <m:t>−(</m:t>
                          </m:r>
                          <m:r>
                            <a:rPr lang="en-AU" b="0" i="1" smtClean="0">
                              <a:solidFill>
                                <a:schemeClr val="tx1"/>
                              </a:solidFill>
                              <a:latin typeface="Cambria Math" panose="02040503050406030204" pitchFamily="18" charset="0"/>
                            </a:rPr>
                            <m:t>𝑡𝑖𝑚𝑒</m:t>
                          </m:r>
                          <m:r>
                            <a:rPr lang="en-AU" b="0" i="1" smtClean="0">
                              <a:solidFill>
                                <a:schemeClr val="tx1"/>
                              </a:solidFill>
                              <a:latin typeface="Cambria Math" panose="02040503050406030204" pitchFamily="18" charset="0"/>
                            </a:rPr>
                            <m:t> </m:t>
                          </m:r>
                          <m:r>
                            <a:rPr lang="en-AU" b="0" i="1" smtClean="0">
                              <a:solidFill>
                                <a:schemeClr val="tx1"/>
                              </a:solidFill>
                              <a:latin typeface="Cambria Math" panose="02040503050406030204" pitchFamily="18" charset="0"/>
                            </a:rPr>
                            <m:t>𝑓𝑜𝑟</m:t>
                          </m:r>
                          <m:r>
                            <a:rPr lang="en-AU" b="0" i="1" smtClean="0">
                              <a:solidFill>
                                <a:schemeClr val="tx1"/>
                              </a:solidFill>
                              <a:latin typeface="Cambria Math" panose="02040503050406030204" pitchFamily="18" charset="0"/>
                            </a:rPr>
                            <m:t> </m:t>
                          </m:r>
                          <m:r>
                            <a:rPr lang="en-AU" b="0" i="1" smtClean="0">
                              <a:solidFill>
                                <a:schemeClr val="tx1"/>
                              </a:solidFill>
                              <a:latin typeface="Cambria Math" panose="02040503050406030204" pitchFamily="18" charset="0"/>
                            </a:rPr>
                            <m:t>𝑟𝑒𝑙𝑒𝑎𝑟𝑛𝑖𝑛𝑔</m:t>
                          </m:r>
                          <m:r>
                            <a:rPr lang="en-AU" b="0" i="1" smtClean="0">
                              <a:solidFill>
                                <a:schemeClr val="tx1"/>
                              </a:solidFill>
                              <a:latin typeface="Cambria Math" panose="02040503050406030204" pitchFamily="18" charset="0"/>
                            </a:rPr>
                            <m:t>)</m:t>
                          </m:r>
                        </m:num>
                        <m:den>
                          <m:r>
                            <a:rPr lang="en-AU" b="0" i="1" smtClean="0">
                              <a:solidFill>
                                <a:schemeClr val="tx1"/>
                              </a:solidFill>
                              <a:latin typeface="Cambria Math" panose="02040503050406030204" pitchFamily="18" charset="0"/>
                            </a:rPr>
                            <m:t>(</m:t>
                          </m:r>
                          <m:r>
                            <a:rPr lang="en-AU" b="0" i="1" smtClean="0">
                              <a:solidFill>
                                <a:schemeClr val="tx1"/>
                              </a:solidFill>
                              <a:latin typeface="Cambria Math" panose="02040503050406030204" pitchFamily="18" charset="0"/>
                            </a:rPr>
                            <m:t>𝑇𝑖𝑚𝑒</m:t>
                          </m:r>
                          <m:r>
                            <a:rPr lang="en-AU" b="0" i="1" smtClean="0">
                              <a:solidFill>
                                <a:schemeClr val="tx1"/>
                              </a:solidFill>
                              <a:latin typeface="Cambria Math" panose="02040503050406030204" pitchFamily="18" charset="0"/>
                            </a:rPr>
                            <m:t> </m:t>
                          </m:r>
                          <m:r>
                            <a:rPr lang="en-AU" b="0" i="1" smtClean="0">
                              <a:solidFill>
                                <a:schemeClr val="tx1"/>
                              </a:solidFill>
                              <a:latin typeface="Cambria Math" panose="02040503050406030204" pitchFamily="18" charset="0"/>
                            </a:rPr>
                            <m:t>𝑓𝑜𝑟</m:t>
                          </m:r>
                          <m:r>
                            <a:rPr lang="en-AU" b="0" i="1" smtClean="0">
                              <a:solidFill>
                                <a:schemeClr val="tx1"/>
                              </a:solidFill>
                              <a:latin typeface="Cambria Math" panose="02040503050406030204" pitchFamily="18" charset="0"/>
                            </a:rPr>
                            <m:t> </m:t>
                          </m:r>
                          <m:r>
                            <a:rPr lang="en-AU" b="0" i="1" smtClean="0">
                              <a:solidFill>
                                <a:schemeClr val="tx1"/>
                              </a:solidFill>
                              <a:latin typeface="Cambria Math" panose="02040503050406030204" pitchFamily="18" charset="0"/>
                            </a:rPr>
                            <m:t>𝑜𝑟𝑖𝑔𝑖𝑛𝑎𝑙</m:t>
                          </m:r>
                          <m:r>
                            <a:rPr lang="en-AU" b="0" i="1" smtClean="0">
                              <a:solidFill>
                                <a:schemeClr val="tx1"/>
                              </a:solidFill>
                              <a:latin typeface="Cambria Math" panose="02040503050406030204" pitchFamily="18" charset="0"/>
                            </a:rPr>
                            <m:t> </m:t>
                          </m:r>
                          <m:r>
                            <a:rPr lang="en-AU" b="0" i="1" smtClean="0">
                              <a:solidFill>
                                <a:schemeClr val="tx1"/>
                              </a:solidFill>
                              <a:latin typeface="Cambria Math" panose="02040503050406030204" pitchFamily="18" charset="0"/>
                            </a:rPr>
                            <m:t>𝑙𝑒𝑎𝑟𝑛𝑖𝑛𝑔</m:t>
                          </m:r>
                          <m:r>
                            <a:rPr lang="en-AU" b="0" i="1" smtClean="0">
                              <a:solidFill>
                                <a:schemeClr val="tx1"/>
                              </a:solidFill>
                              <a:latin typeface="Cambria Math" panose="02040503050406030204" pitchFamily="18" charset="0"/>
                            </a:rPr>
                            <m:t>)</m:t>
                          </m:r>
                        </m:den>
                      </m:f>
                    </m:oMath>
                  </m:oMathPara>
                </a14:m>
                <a:endParaRPr lang="en-AU" sz="2800" dirty="0">
                  <a:solidFill>
                    <a:schemeClr val="tx1"/>
                  </a:solidFill>
                </a:endParaRPr>
              </a:p>
              <a:p>
                <a:pPr algn="ctr">
                  <a:lnSpc>
                    <a:spcPct val="100000"/>
                  </a:lnSpc>
                  <a:buClr>
                    <a:schemeClr val="accent1"/>
                  </a:buClr>
                </a:pPr>
                <a:r>
                  <a:rPr lang="en-AU" sz="2800" dirty="0">
                    <a:solidFill>
                      <a:schemeClr val="tx1"/>
                    </a:solidFill>
                  </a:rPr>
                  <a:t>or</a:t>
                </a:r>
              </a:p>
              <a:p>
                <a:pPr algn="l">
                  <a:lnSpc>
                    <a:spcPct val="100000"/>
                  </a:lnSpc>
                  <a:buClr>
                    <a:schemeClr val="accent1"/>
                  </a:buClr>
                </a:pPr>
                <a14:m>
                  <m:oMathPara xmlns:m="http://schemas.openxmlformats.org/officeDocument/2006/math">
                    <m:oMathParaPr>
                      <m:jc m:val="centerGroup"/>
                    </m:oMathParaPr>
                    <m:oMath xmlns:m="http://schemas.openxmlformats.org/officeDocument/2006/math">
                      <m:r>
                        <a:rPr lang="en-AU">
                          <a:solidFill>
                            <a:schemeClr val="tx1"/>
                          </a:solidFill>
                          <a:latin typeface="Cambria Math" panose="02040503050406030204" pitchFamily="18" charset="0"/>
                        </a:rPr>
                        <m:t>𝑆𝑎𝑣𝑖𝑛𝑔𝑠</m:t>
                      </m:r>
                      <m:r>
                        <a:rPr lang="en-AU">
                          <a:solidFill>
                            <a:schemeClr val="tx1"/>
                          </a:solidFill>
                          <a:latin typeface="Cambria Math" panose="02040503050406030204" pitchFamily="18" charset="0"/>
                        </a:rPr>
                        <m:t> </m:t>
                      </m:r>
                      <m:r>
                        <a:rPr lang="en-AU">
                          <a:solidFill>
                            <a:schemeClr val="tx1"/>
                          </a:solidFill>
                          <a:latin typeface="Cambria Math" panose="02040503050406030204" pitchFamily="18" charset="0"/>
                        </a:rPr>
                        <m:t>𝑠𝑐𝑜𝑟𝑒</m:t>
                      </m:r>
                      <m:r>
                        <a:rPr lang="en-AU">
                          <a:solidFill>
                            <a:schemeClr val="tx1"/>
                          </a:solidFill>
                          <a:latin typeface="Cambria Math" panose="02040503050406030204" pitchFamily="18" charset="0"/>
                        </a:rPr>
                        <m:t>=</m:t>
                      </m:r>
                      <m:f>
                        <m:fPr>
                          <m:ctrlPr>
                            <a:rPr lang="en-AU" i="1">
                              <a:solidFill>
                                <a:schemeClr val="tx1"/>
                              </a:solidFill>
                              <a:latin typeface="Cambria Math" panose="02040503050406030204" pitchFamily="18" charset="0"/>
                            </a:rPr>
                          </m:ctrlPr>
                        </m:fPr>
                        <m:num>
                          <m:d>
                            <m:dPr>
                              <m:ctrlPr>
                                <a:rPr lang="en-AU" i="1">
                                  <a:solidFill>
                                    <a:schemeClr val="tx1"/>
                                  </a:solidFill>
                                  <a:latin typeface="Cambria Math" panose="02040503050406030204" pitchFamily="18" charset="0"/>
                                </a:rPr>
                              </m:ctrlPr>
                            </m:dPr>
                            <m:e>
                              <m:r>
                                <a:rPr lang="en-AU">
                                  <a:solidFill>
                                    <a:schemeClr val="tx1"/>
                                  </a:solidFill>
                                  <a:latin typeface="Cambria Math" panose="02040503050406030204" pitchFamily="18" charset="0"/>
                                </a:rPr>
                                <m:t>𝑡</m:t>
                              </m:r>
                              <m:r>
                                <a:rPr lang="en-AU" b="0" i="1" smtClean="0">
                                  <a:solidFill>
                                    <a:schemeClr val="tx1"/>
                                  </a:solidFill>
                                  <a:latin typeface="Cambria Math" panose="02040503050406030204" pitchFamily="18" charset="0"/>
                                </a:rPr>
                                <m:t>𝑟𝑖𝑎𝑙𝑠</m:t>
                              </m:r>
                              <m:r>
                                <a:rPr lang="en-AU" b="0" i="1" smtClean="0">
                                  <a:solidFill>
                                    <a:schemeClr val="tx1"/>
                                  </a:solidFill>
                                  <a:latin typeface="Cambria Math" panose="02040503050406030204" pitchFamily="18" charset="0"/>
                                </a:rPr>
                                <m:t> </m:t>
                              </m:r>
                              <m:r>
                                <a:rPr lang="en-AU" b="0" i="1" smtClean="0">
                                  <a:solidFill>
                                    <a:schemeClr val="tx1"/>
                                  </a:solidFill>
                                  <a:latin typeface="Cambria Math" panose="02040503050406030204" pitchFamily="18" charset="0"/>
                                </a:rPr>
                                <m:t>𝑛𝑒𝑒𝑑𝑒𝑑</m:t>
                              </m:r>
                              <m:r>
                                <a:rPr lang="en-AU">
                                  <a:solidFill>
                                    <a:schemeClr val="tx1"/>
                                  </a:solidFill>
                                  <a:latin typeface="Cambria Math" panose="02040503050406030204" pitchFamily="18" charset="0"/>
                                </a:rPr>
                                <m:t> </m:t>
                              </m:r>
                              <m:r>
                                <a:rPr lang="en-AU">
                                  <a:solidFill>
                                    <a:schemeClr val="tx1"/>
                                  </a:solidFill>
                                  <a:latin typeface="Cambria Math" panose="02040503050406030204" pitchFamily="18" charset="0"/>
                                </a:rPr>
                                <m:t>𝑓𝑜𝑟</m:t>
                              </m:r>
                              <m:r>
                                <a:rPr lang="en-AU">
                                  <a:solidFill>
                                    <a:schemeClr val="tx1"/>
                                  </a:solidFill>
                                  <a:latin typeface="Cambria Math" panose="02040503050406030204" pitchFamily="18" charset="0"/>
                                </a:rPr>
                                <m:t> </m:t>
                              </m:r>
                              <m:r>
                                <a:rPr lang="en-AU">
                                  <a:solidFill>
                                    <a:schemeClr val="tx1"/>
                                  </a:solidFill>
                                  <a:latin typeface="Cambria Math" panose="02040503050406030204" pitchFamily="18" charset="0"/>
                                </a:rPr>
                                <m:t>𝑜𝑟𝑖𝑔𝑖𝑛𝑎𝑙</m:t>
                              </m:r>
                              <m:r>
                                <a:rPr lang="en-AU">
                                  <a:solidFill>
                                    <a:schemeClr val="tx1"/>
                                  </a:solidFill>
                                  <a:latin typeface="Cambria Math" panose="02040503050406030204" pitchFamily="18" charset="0"/>
                                </a:rPr>
                                <m:t> </m:t>
                              </m:r>
                              <m:r>
                                <a:rPr lang="en-AU">
                                  <a:solidFill>
                                    <a:schemeClr val="tx1"/>
                                  </a:solidFill>
                                  <a:latin typeface="Cambria Math" panose="02040503050406030204" pitchFamily="18" charset="0"/>
                                </a:rPr>
                                <m:t>𝑙𝑒𝑎𝑟𝑛𝑖𝑛𝑔</m:t>
                              </m:r>
                            </m:e>
                          </m:d>
                          <m:r>
                            <a:rPr lang="en-AU">
                              <a:solidFill>
                                <a:schemeClr val="tx1"/>
                              </a:solidFill>
                              <a:latin typeface="Cambria Math" panose="02040503050406030204" pitchFamily="18" charset="0"/>
                            </a:rPr>
                            <m:t>−(</m:t>
                          </m:r>
                          <m:r>
                            <a:rPr lang="en-AU" b="0" i="1" smtClean="0">
                              <a:solidFill>
                                <a:schemeClr val="tx1"/>
                              </a:solidFill>
                              <a:latin typeface="Cambria Math" panose="02040503050406030204" pitchFamily="18" charset="0"/>
                            </a:rPr>
                            <m:t>𝑟𝑖𝑎𝑙𝑠</m:t>
                          </m:r>
                          <m:r>
                            <a:rPr lang="en-AU" b="0" i="1" smtClean="0">
                              <a:solidFill>
                                <a:schemeClr val="tx1"/>
                              </a:solidFill>
                              <a:latin typeface="Cambria Math" panose="02040503050406030204" pitchFamily="18" charset="0"/>
                            </a:rPr>
                            <m:t> </m:t>
                          </m:r>
                          <m:r>
                            <a:rPr lang="en-AU" b="0" i="1" smtClean="0">
                              <a:solidFill>
                                <a:schemeClr val="tx1"/>
                              </a:solidFill>
                              <a:latin typeface="Cambria Math" panose="02040503050406030204" pitchFamily="18" charset="0"/>
                            </a:rPr>
                            <m:t>𝑛𝑒𝑒𝑑𝑒𝑑</m:t>
                          </m:r>
                          <m:r>
                            <a:rPr lang="en-AU">
                              <a:solidFill>
                                <a:schemeClr val="tx1"/>
                              </a:solidFill>
                              <a:latin typeface="Cambria Math" panose="02040503050406030204" pitchFamily="18" charset="0"/>
                            </a:rPr>
                            <m:t> </m:t>
                          </m:r>
                          <m:r>
                            <a:rPr lang="en-AU">
                              <a:solidFill>
                                <a:schemeClr val="tx1"/>
                              </a:solidFill>
                              <a:latin typeface="Cambria Math" panose="02040503050406030204" pitchFamily="18" charset="0"/>
                            </a:rPr>
                            <m:t>𝑓𝑜𝑟</m:t>
                          </m:r>
                          <m:r>
                            <a:rPr lang="en-AU">
                              <a:solidFill>
                                <a:schemeClr val="tx1"/>
                              </a:solidFill>
                              <a:latin typeface="Cambria Math" panose="02040503050406030204" pitchFamily="18" charset="0"/>
                            </a:rPr>
                            <m:t> </m:t>
                          </m:r>
                          <m:r>
                            <a:rPr lang="en-AU">
                              <a:solidFill>
                                <a:schemeClr val="tx1"/>
                              </a:solidFill>
                              <a:latin typeface="Cambria Math" panose="02040503050406030204" pitchFamily="18" charset="0"/>
                            </a:rPr>
                            <m:t>𝑟𝑒𝑙𝑒𝑎𝑟𝑛𝑖𝑛𝑔</m:t>
                          </m:r>
                          <m:r>
                            <a:rPr lang="en-AU">
                              <a:solidFill>
                                <a:schemeClr val="tx1"/>
                              </a:solidFill>
                              <a:latin typeface="Cambria Math" panose="02040503050406030204" pitchFamily="18" charset="0"/>
                            </a:rPr>
                            <m:t>)</m:t>
                          </m:r>
                        </m:num>
                        <m:den>
                          <m:r>
                            <a:rPr lang="en-AU">
                              <a:solidFill>
                                <a:schemeClr val="tx1"/>
                              </a:solidFill>
                              <a:latin typeface="Cambria Math" panose="02040503050406030204" pitchFamily="18" charset="0"/>
                            </a:rPr>
                            <m:t>(</m:t>
                          </m:r>
                          <m:r>
                            <a:rPr lang="en-AU">
                              <a:solidFill>
                                <a:schemeClr val="tx1"/>
                              </a:solidFill>
                              <a:latin typeface="Cambria Math" panose="02040503050406030204" pitchFamily="18" charset="0"/>
                            </a:rPr>
                            <m:t>𝑇</m:t>
                          </m:r>
                          <m:r>
                            <a:rPr lang="en-AU" b="0" i="1" smtClean="0">
                              <a:solidFill>
                                <a:schemeClr val="tx1"/>
                              </a:solidFill>
                              <a:latin typeface="Cambria Math" panose="02040503050406030204" pitchFamily="18" charset="0"/>
                            </a:rPr>
                            <m:t>𝑟𝑖𝑎𝑙𝑠</m:t>
                          </m:r>
                          <m:r>
                            <a:rPr lang="en-AU" b="0" i="1" smtClean="0">
                              <a:solidFill>
                                <a:schemeClr val="tx1"/>
                              </a:solidFill>
                              <a:latin typeface="Cambria Math" panose="02040503050406030204" pitchFamily="18" charset="0"/>
                            </a:rPr>
                            <m:t> </m:t>
                          </m:r>
                          <m:r>
                            <a:rPr lang="en-AU" b="0" i="1" smtClean="0">
                              <a:solidFill>
                                <a:schemeClr val="tx1"/>
                              </a:solidFill>
                              <a:latin typeface="Cambria Math" panose="02040503050406030204" pitchFamily="18" charset="0"/>
                            </a:rPr>
                            <m:t>𝑛𝑒𝑒𝑑𝑒𝑑</m:t>
                          </m:r>
                          <m:r>
                            <a:rPr lang="en-AU">
                              <a:solidFill>
                                <a:schemeClr val="tx1"/>
                              </a:solidFill>
                              <a:latin typeface="Cambria Math" panose="02040503050406030204" pitchFamily="18" charset="0"/>
                            </a:rPr>
                            <m:t> </m:t>
                          </m:r>
                          <m:r>
                            <a:rPr lang="en-AU">
                              <a:solidFill>
                                <a:schemeClr val="tx1"/>
                              </a:solidFill>
                              <a:latin typeface="Cambria Math" panose="02040503050406030204" pitchFamily="18" charset="0"/>
                            </a:rPr>
                            <m:t>𝑓𝑜𝑟</m:t>
                          </m:r>
                          <m:r>
                            <a:rPr lang="en-AU">
                              <a:solidFill>
                                <a:schemeClr val="tx1"/>
                              </a:solidFill>
                              <a:latin typeface="Cambria Math" panose="02040503050406030204" pitchFamily="18" charset="0"/>
                            </a:rPr>
                            <m:t> </m:t>
                          </m:r>
                          <m:r>
                            <a:rPr lang="en-AU">
                              <a:solidFill>
                                <a:schemeClr val="tx1"/>
                              </a:solidFill>
                              <a:latin typeface="Cambria Math" panose="02040503050406030204" pitchFamily="18" charset="0"/>
                            </a:rPr>
                            <m:t>𝑜𝑟𝑖𝑔𝑖𝑛𝑎𝑙</m:t>
                          </m:r>
                          <m:r>
                            <a:rPr lang="en-AU">
                              <a:solidFill>
                                <a:schemeClr val="tx1"/>
                              </a:solidFill>
                              <a:latin typeface="Cambria Math" panose="02040503050406030204" pitchFamily="18" charset="0"/>
                            </a:rPr>
                            <m:t> </m:t>
                          </m:r>
                          <m:r>
                            <a:rPr lang="en-AU">
                              <a:solidFill>
                                <a:schemeClr val="tx1"/>
                              </a:solidFill>
                              <a:latin typeface="Cambria Math" panose="02040503050406030204" pitchFamily="18" charset="0"/>
                            </a:rPr>
                            <m:t>𝑙𝑒𝑎𝑟𝑛𝑖𝑛𝑔</m:t>
                          </m:r>
                          <m:r>
                            <a:rPr lang="en-AU">
                              <a:solidFill>
                                <a:schemeClr val="tx1"/>
                              </a:solidFill>
                              <a:latin typeface="Cambria Math" panose="02040503050406030204" pitchFamily="18" charset="0"/>
                            </a:rPr>
                            <m:t>)</m:t>
                          </m:r>
                        </m:den>
                      </m:f>
                    </m:oMath>
                  </m:oMathPara>
                </a14:m>
                <a:endParaRPr lang="en-AU" sz="2800" dirty="0">
                  <a:solidFill>
                    <a:schemeClr val="tx1"/>
                  </a:solidFill>
                </a:endParaRPr>
              </a:p>
              <a:p>
                <a:pPr marL="457200" indent="-457200" algn="l">
                  <a:lnSpc>
                    <a:spcPct val="100000"/>
                  </a:lnSpc>
                  <a:buClr>
                    <a:schemeClr val="accent1"/>
                  </a:buClr>
                  <a:buFont typeface="Wingdings" panose="05000000000000000000" pitchFamily="2" charset="2"/>
                  <a:buChar char="§"/>
                </a:pPr>
                <a:endParaRPr lang="en-AU" sz="2800" dirty="0">
                  <a:solidFill>
                    <a:schemeClr val="tx1"/>
                  </a:solidFill>
                </a:endParaRPr>
              </a:p>
              <a:p>
                <a:pPr marL="457200" indent="-457200" algn="l">
                  <a:lnSpc>
                    <a:spcPct val="100000"/>
                  </a:lnSpc>
                  <a:buClr>
                    <a:schemeClr val="accent1"/>
                  </a:buClr>
                  <a:buFont typeface="Wingdings" panose="05000000000000000000" pitchFamily="2" charset="2"/>
                  <a:buChar char="§"/>
                </a:pPr>
                <a:r>
                  <a:rPr lang="en-AU" sz="2400" i="0" dirty="0">
                    <a:solidFill>
                      <a:schemeClr val="tx1"/>
                    </a:solidFill>
                  </a:rPr>
                  <a:t>The most sensitive form of retrieval</a:t>
                </a:r>
                <a:endParaRPr lang="en-AU" sz="3200" dirty="0">
                  <a:solidFill>
                    <a:schemeClr val="tx1"/>
                  </a:solidFill>
                </a:endParaRPr>
              </a:p>
              <a:p>
                <a:pPr lvl="1">
                  <a:buClr>
                    <a:schemeClr val="accent1"/>
                  </a:buClr>
                </a:pPr>
                <a:endParaRPr lang="en-AU" sz="2400" i="0" dirty="0">
                  <a:solidFill>
                    <a:schemeClr val="tx1"/>
                  </a:solidFill>
                </a:endParaRPr>
              </a:p>
            </p:txBody>
          </p:sp>
        </mc:Choice>
        <mc:Fallback xmlns="">
          <p:sp>
            <p:nvSpPr>
              <p:cNvPr id="5" name="Text Placeholder 4"/>
              <p:cNvSpPr>
                <a:spLocks noGrp="1" noRot="1" noChangeAspect="1" noMove="1" noResize="1" noEditPoints="1" noAdjustHandles="1" noChangeArrowheads="1" noChangeShapeType="1" noTextEdit="1"/>
              </p:cNvSpPr>
              <p:nvPr>
                <p:ph type="body" idx="1"/>
              </p:nvPr>
            </p:nvSpPr>
            <p:spPr>
              <a:xfrm>
                <a:off x="116055" y="2520263"/>
                <a:ext cx="11833769" cy="2715452"/>
              </a:xfrm>
              <a:blipFill>
                <a:blip r:embed="rId3"/>
                <a:stretch>
                  <a:fillRect l="-670" t="-53812" b="-37892"/>
                </a:stretch>
              </a:blipFill>
            </p:spPr>
            <p:txBody>
              <a:bodyPr/>
              <a:lstStyle/>
              <a:p>
                <a:r>
                  <a:rPr lang="en-AU">
                    <a:noFill/>
                  </a:rPr>
                  <a:t> </a:t>
                </a:r>
              </a:p>
            </p:txBody>
          </p:sp>
        </mc:Fallback>
      </mc:AlternateContent>
      <p:sp>
        <p:nvSpPr>
          <p:cNvPr id="6" name="Text Placeholder 2"/>
          <p:cNvSpPr txBox="1">
            <a:spLocks/>
          </p:cNvSpPr>
          <p:nvPr/>
        </p:nvSpPr>
        <p:spPr>
          <a:xfrm>
            <a:off x="728973" y="219855"/>
            <a:ext cx="10607935" cy="819150"/>
          </a:xfrm>
          <a:prstGeom prst="rect">
            <a:avLst/>
          </a:prstGeom>
        </p:spPr>
        <p:txBody>
          <a:bodyPr vert="horz" lIns="91440" tIns="45720" rIns="91440" bIns="45720" rtlCol="0" anchor="ctr">
            <a:noAutofit/>
          </a:bodyPr>
          <a:lstStyle>
            <a:lvl1pPr marL="0" indent="0" algn="r" defTabSz="914400" rtl="0" eaLnBrk="1" latinLnBrk="0" hangingPunct="1">
              <a:lnSpc>
                <a:spcPct val="113000"/>
              </a:lnSpc>
              <a:spcBef>
                <a:spcPts val="0"/>
              </a:spcBef>
              <a:buFont typeface="Arial" panose="020B0604020202020204" pitchFamily="34" charset="0"/>
              <a:buNone/>
              <a:defRPr sz="2000" b="0" i="1" kern="1200" baseline="0">
                <a:solidFill>
                  <a:schemeClr val="accent1"/>
                </a:solidFill>
                <a:latin typeface="+mn-lt"/>
                <a:ea typeface="+mn-ea"/>
                <a:cs typeface="+mn-cs"/>
              </a:defRPr>
            </a:lvl1pPr>
            <a:lvl2pPr marL="457200" indent="0" algn="l" defTabSz="914400" rtl="0" eaLnBrk="1" latinLnBrk="0" hangingPunct="1">
              <a:lnSpc>
                <a:spcPct val="112000"/>
              </a:lnSpc>
              <a:spcBef>
                <a:spcPts val="900"/>
              </a:spcBef>
              <a:buFont typeface="Corbel" panose="020B0503020204020204" pitchFamily="34" charset="0"/>
              <a:buNone/>
              <a:defRPr sz="2000" kern="1200" baseline="0">
                <a:solidFill>
                  <a:schemeClr val="tx1">
                    <a:tint val="75000"/>
                  </a:schemeClr>
                </a:solidFill>
                <a:latin typeface="+mn-lt"/>
                <a:ea typeface="+mn-ea"/>
                <a:cs typeface="+mn-cs"/>
              </a:defRPr>
            </a:lvl2pPr>
            <a:lvl3pPr marL="914400" indent="0" algn="l" defTabSz="914400" rtl="0" eaLnBrk="1" latinLnBrk="0" hangingPunct="1">
              <a:lnSpc>
                <a:spcPct val="112000"/>
              </a:lnSpc>
              <a:spcBef>
                <a:spcPts val="900"/>
              </a:spcBef>
              <a:buFont typeface="Arial" panose="020B0604020202020204" pitchFamily="34" charset="0"/>
              <a:buNone/>
              <a:defRPr sz="1800" kern="1200" baseline="0">
                <a:solidFill>
                  <a:schemeClr val="tx1">
                    <a:tint val="75000"/>
                  </a:schemeClr>
                </a:solidFill>
                <a:latin typeface="+mn-lt"/>
                <a:ea typeface="+mn-ea"/>
                <a:cs typeface="+mn-cs"/>
              </a:defRPr>
            </a:lvl3pPr>
            <a:lvl4pPr marL="1371600" indent="0" algn="l" defTabSz="914400" rtl="0" eaLnBrk="1" latinLnBrk="0" hangingPunct="1">
              <a:lnSpc>
                <a:spcPct val="112000"/>
              </a:lnSpc>
              <a:spcBef>
                <a:spcPts val="900"/>
              </a:spcBef>
              <a:buFont typeface="Corbel" panose="020B0503020204020204" pitchFamily="34" charset="0"/>
              <a:buNone/>
              <a:defRPr sz="1600" kern="1200" baseline="0">
                <a:solidFill>
                  <a:schemeClr val="tx1">
                    <a:tint val="75000"/>
                  </a:schemeClr>
                </a:solidFill>
                <a:latin typeface="+mn-lt"/>
                <a:ea typeface="+mn-ea"/>
                <a:cs typeface="+mn-cs"/>
              </a:defRPr>
            </a:lvl4pPr>
            <a:lvl5pPr marL="1828800" indent="0" algn="l" defTabSz="914400" rtl="0" eaLnBrk="1" latinLnBrk="0" hangingPunct="1">
              <a:lnSpc>
                <a:spcPct val="112000"/>
              </a:lnSpc>
              <a:spcBef>
                <a:spcPts val="900"/>
              </a:spcBef>
              <a:buFont typeface="Arial" panose="020B0604020202020204" pitchFamily="34" charset="0"/>
              <a:buNone/>
              <a:defRPr sz="1600" i="1" kern="1200" baseline="0">
                <a:solidFill>
                  <a:schemeClr val="tx1">
                    <a:tint val="75000"/>
                  </a:schemeClr>
                </a:solidFill>
                <a:latin typeface="+mn-lt"/>
                <a:ea typeface="+mn-ea"/>
                <a:cs typeface="+mn-cs"/>
              </a:defRPr>
            </a:lvl5pPr>
            <a:lvl6pPr marL="2286000" indent="0" algn="l" defTabSz="914400" rtl="0" eaLnBrk="1" latinLnBrk="0" hangingPunct="1">
              <a:lnSpc>
                <a:spcPct val="112000"/>
              </a:lnSpc>
              <a:spcBef>
                <a:spcPts val="1300"/>
              </a:spcBef>
              <a:buFont typeface="Corbel" panose="020B0503020204020204" pitchFamily="34" charset="0"/>
              <a:buNone/>
              <a:defRPr sz="1600" kern="1200">
                <a:solidFill>
                  <a:schemeClr val="tx1">
                    <a:tint val="75000"/>
                  </a:schemeClr>
                </a:solidFill>
                <a:latin typeface="+mn-lt"/>
                <a:ea typeface="+mn-ea"/>
                <a:cs typeface="+mn-cs"/>
              </a:defRPr>
            </a:lvl6pPr>
            <a:lvl7pPr marL="2743200" indent="0" algn="l" defTabSz="914400" rtl="0" eaLnBrk="1" latinLnBrk="0" hangingPunct="1">
              <a:lnSpc>
                <a:spcPct val="112000"/>
              </a:lnSpc>
              <a:spcBef>
                <a:spcPts val="1300"/>
              </a:spcBef>
              <a:buFont typeface="Arial" panose="020B0604020202020204" pitchFamily="34" charset="0"/>
              <a:buNone/>
              <a:defRPr sz="1600" i="1" kern="1200">
                <a:solidFill>
                  <a:schemeClr val="tx1">
                    <a:tint val="75000"/>
                  </a:schemeClr>
                </a:solidFill>
                <a:latin typeface="+mn-lt"/>
                <a:ea typeface="+mn-ea"/>
                <a:cs typeface="+mn-cs"/>
              </a:defRPr>
            </a:lvl7pPr>
            <a:lvl8pPr marL="3200400" indent="0" algn="l" defTabSz="914400" rtl="0" eaLnBrk="1" latinLnBrk="0" hangingPunct="1">
              <a:lnSpc>
                <a:spcPct val="112000"/>
              </a:lnSpc>
              <a:spcBef>
                <a:spcPts val="1300"/>
              </a:spcBef>
              <a:buFont typeface="Corbel" panose="020B0503020204020204" pitchFamily="34" charset="0"/>
              <a:buNone/>
              <a:defRPr sz="1600" kern="1200">
                <a:solidFill>
                  <a:schemeClr val="tx1">
                    <a:tint val="75000"/>
                  </a:schemeClr>
                </a:solidFill>
                <a:latin typeface="+mn-lt"/>
                <a:ea typeface="+mn-ea"/>
                <a:cs typeface="+mn-cs"/>
              </a:defRPr>
            </a:lvl8pPr>
            <a:lvl9pPr marL="3657600" indent="0" algn="l" defTabSz="914400" rtl="0" eaLnBrk="1" latinLnBrk="0" hangingPunct="1">
              <a:lnSpc>
                <a:spcPct val="112000"/>
              </a:lnSpc>
              <a:spcBef>
                <a:spcPts val="1300"/>
              </a:spcBef>
              <a:buFont typeface="Arial" panose="020B0604020202020204" pitchFamily="34" charset="0"/>
              <a:buNone/>
              <a:defRPr sz="1600" i="1" kern="1200" baseline="0">
                <a:solidFill>
                  <a:schemeClr val="tx1">
                    <a:tint val="75000"/>
                  </a:schemeClr>
                </a:solidFill>
                <a:latin typeface="+mn-lt"/>
                <a:ea typeface="+mn-ea"/>
                <a:cs typeface="+mn-cs"/>
              </a:defRPr>
            </a:lvl9pPr>
          </a:lstStyle>
          <a:p>
            <a:pPr marL="0" marR="0" lvl="0" indent="0" algn="ctr" defTabSz="914400" rtl="0" eaLnBrk="1" fontAlgn="auto" latinLnBrk="0" hangingPunct="1">
              <a:lnSpc>
                <a:spcPct val="113000"/>
              </a:lnSpc>
              <a:spcBef>
                <a:spcPts val="0"/>
              </a:spcBef>
              <a:spcAft>
                <a:spcPts val="0"/>
              </a:spcAft>
              <a:buClrTx/>
              <a:buSzTx/>
              <a:buFont typeface="Arial" panose="020B0604020202020204" pitchFamily="34" charset="0"/>
              <a:buNone/>
              <a:tabLst/>
              <a:defRPr/>
            </a:pPr>
            <a:r>
              <a:rPr kumimoji="0" lang="en-AU" sz="5400" b="1" i="1" u="sng" strike="noStrike" kern="1200" cap="none" spc="0" normalizeH="0" baseline="0" noProof="0" dirty="0">
                <a:ln>
                  <a:noFill/>
                </a:ln>
                <a:solidFill>
                  <a:prstClr val="black"/>
                </a:solidFill>
                <a:effectLst/>
                <a:uLnTx/>
                <a:uFillTx/>
                <a:latin typeface="Corbel" panose="020B0503020204020204"/>
                <a:ea typeface="+mn-ea"/>
                <a:cs typeface="+mn-cs"/>
              </a:rPr>
              <a:t>Relearning</a:t>
            </a:r>
          </a:p>
        </p:txBody>
      </p:sp>
    </p:spTree>
    <p:extLst>
      <p:ext uri="{BB962C8B-B14F-4D97-AF65-F5344CB8AC3E}">
        <p14:creationId xmlns:p14="http://schemas.microsoft.com/office/powerpoint/2010/main" val="333785598"/>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pic>
        <p:nvPicPr>
          <p:cNvPr id="2" name="Picture 1"/>
          <p:cNvPicPr>
            <a:picLocks noChangeAspect="1"/>
          </p:cNvPicPr>
          <p:nvPr/>
        </p:nvPicPr>
        <p:blipFill>
          <a:blip r:embed="rId2"/>
          <a:stretch>
            <a:fillRect/>
          </a:stretch>
        </p:blipFill>
        <p:spPr>
          <a:xfrm>
            <a:off x="0" y="1816274"/>
            <a:ext cx="12192000" cy="2242159"/>
          </a:xfrm>
          <a:prstGeom prst="rect">
            <a:avLst/>
          </a:prstGeom>
        </p:spPr>
      </p:pic>
    </p:spTree>
    <p:extLst>
      <p:ext uri="{BB962C8B-B14F-4D97-AF65-F5344CB8AC3E}">
        <p14:creationId xmlns:p14="http://schemas.microsoft.com/office/powerpoint/2010/main" val="3436565776"/>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 Placeholder 2">
            <a:extLst>
              <a:ext uri="{FF2B5EF4-FFF2-40B4-BE49-F238E27FC236}">
                <a16:creationId xmlns:a16="http://schemas.microsoft.com/office/drawing/2014/main" id="{E8A0972E-D883-4147-563C-8C6D36F91842}"/>
              </a:ext>
            </a:extLst>
          </p:cNvPr>
          <p:cNvSpPr>
            <a:spLocks noGrp="1"/>
          </p:cNvSpPr>
          <p:nvPr>
            <p:ph type="body" idx="1"/>
          </p:nvPr>
        </p:nvSpPr>
        <p:spPr>
          <a:xfrm>
            <a:off x="1662287" y="292974"/>
            <a:ext cx="8401429" cy="819150"/>
          </a:xfrm>
        </p:spPr>
        <p:txBody>
          <a:bodyPr>
            <a:normAutofit/>
          </a:bodyPr>
          <a:lstStyle/>
          <a:p>
            <a:pPr algn="l"/>
            <a:r>
              <a:rPr lang="en-AU" sz="3600" dirty="0"/>
              <a:t>Complete the table to contrast:</a:t>
            </a:r>
          </a:p>
        </p:txBody>
      </p:sp>
      <p:graphicFrame>
        <p:nvGraphicFramePr>
          <p:cNvPr id="5" name="Table 4">
            <a:extLst>
              <a:ext uri="{FF2B5EF4-FFF2-40B4-BE49-F238E27FC236}">
                <a16:creationId xmlns:a16="http://schemas.microsoft.com/office/drawing/2014/main" id="{4A900A1A-60F5-AB23-3364-B134121EBB2F}"/>
              </a:ext>
            </a:extLst>
          </p:cNvPr>
          <p:cNvGraphicFramePr>
            <a:graphicFrameLocks noGrp="1"/>
          </p:cNvGraphicFramePr>
          <p:nvPr>
            <p:extLst>
              <p:ext uri="{D42A27DB-BD31-4B8C-83A1-F6EECF244321}">
                <p14:modId xmlns:p14="http://schemas.microsoft.com/office/powerpoint/2010/main" val="2493916700"/>
              </p:ext>
            </p:extLst>
          </p:nvPr>
        </p:nvGraphicFramePr>
        <p:xfrm>
          <a:off x="533531" y="1261316"/>
          <a:ext cx="11143998" cy="3429071"/>
        </p:xfrm>
        <a:graphic>
          <a:graphicData uri="http://schemas.openxmlformats.org/drawingml/2006/table">
            <a:tbl>
              <a:tblPr firstRow="1" bandRow="1">
                <a:tableStyleId>{5C22544A-7EE6-4342-B048-85BDC9FD1C3A}</a:tableStyleId>
              </a:tblPr>
              <a:tblGrid>
                <a:gridCol w="2521624">
                  <a:extLst>
                    <a:ext uri="{9D8B030D-6E8A-4147-A177-3AD203B41FA5}">
                      <a16:colId xmlns:a16="http://schemas.microsoft.com/office/drawing/2014/main" val="3231363447"/>
                    </a:ext>
                  </a:extLst>
                </a:gridCol>
                <a:gridCol w="4341584">
                  <a:extLst>
                    <a:ext uri="{9D8B030D-6E8A-4147-A177-3AD203B41FA5}">
                      <a16:colId xmlns:a16="http://schemas.microsoft.com/office/drawing/2014/main" val="741809977"/>
                    </a:ext>
                  </a:extLst>
                </a:gridCol>
                <a:gridCol w="4280790">
                  <a:extLst>
                    <a:ext uri="{9D8B030D-6E8A-4147-A177-3AD203B41FA5}">
                      <a16:colId xmlns:a16="http://schemas.microsoft.com/office/drawing/2014/main" val="820644646"/>
                    </a:ext>
                  </a:extLst>
                </a:gridCol>
              </a:tblGrid>
              <a:tr h="526715">
                <a:tc>
                  <a:txBody>
                    <a:bodyPr/>
                    <a:lstStyle/>
                    <a:p>
                      <a:endParaRPr lang="en-AU" dirty="0"/>
                    </a:p>
                  </a:txBody>
                  <a:tcPr/>
                </a:tc>
                <a:tc>
                  <a:txBody>
                    <a:bodyPr/>
                    <a:lstStyle/>
                    <a:p>
                      <a:pPr algn="ctr"/>
                      <a:r>
                        <a:rPr lang="en-AU" sz="2400" dirty="0"/>
                        <a:t>Similarity</a:t>
                      </a:r>
                    </a:p>
                  </a:txBody>
                  <a:tcPr/>
                </a:tc>
                <a:tc>
                  <a:txBody>
                    <a:bodyPr/>
                    <a:lstStyle/>
                    <a:p>
                      <a:pPr algn="ctr"/>
                      <a:r>
                        <a:rPr lang="en-AU" sz="2400" dirty="0"/>
                        <a:t>Difference</a:t>
                      </a:r>
                    </a:p>
                  </a:txBody>
                  <a:tcPr/>
                </a:tc>
                <a:extLst>
                  <a:ext uri="{0D108BD9-81ED-4DB2-BD59-A6C34878D82A}">
                    <a16:rowId xmlns:a16="http://schemas.microsoft.com/office/drawing/2014/main" val="520678016"/>
                  </a:ext>
                </a:extLst>
              </a:tr>
              <a:tr h="967452">
                <a:tc>
                  <a:txBody>
                    <a:bodyPr/>
                    <a:lstStyle/>
                    <a:p>
                      <a:r>
                        <a:rPr lang="en-AU" sz="2800" i="0" dirty="0">
                          <a:solidFill>
                            <a:srgbClr val="FF0000"/>
                          </a:solidFill>
                        </a:rPr>
                        <a:t>Recall</a:t>
                      </a:r>
                      <a:endParaRPr lang="en-AU" sz="2800" dirty="0"/>
                    </a:p>
                  </a:txBody>
                  <a:tcPr/>
                </a:tc>
                <a:tc>
                  <a:txBody>
                    <a:bodyPr/>
                    <a:lstStyle/>
                    <a:p>
                      <a:endParaRPr lang="en-AU"/>
                    </a:p>
                  </a:txBody>
                  <a:tcPr/>
                </a:tc>
                <a:tc>
                  <a:txBody>
                    <a:bodyPr/>
                    <a:lstStyle/>
                    <a:p>
                      <a:endParaRPr lang="en-AU"/>
                    </a:p>
                  </a:txBody>
                  <a:tcPr/>
                </a:tc>
                <a:extLst>
                  <a:ext uri="{0D108BD9-81ED-4DB2-BD59-A6C34878D82A}">
                    <a16:rowId xmlns:a16="http://schemas.microsoft.com/office/drawing/2014/main" val="2045715556"/>
                  </a:ext>
                </a:extLst>
              </a:tr>
              <a:tr h="967452">
                <a:tc>
                  <a:txBody>
                    <a:bodyPr/>
                    <a:lstStyle/>
                    <a:p>
                      <a:r>
                        <a:rPr lang="en-AU" sz="2800" i="0" dirty="0">
                          <a:solidFill>
                            <a:srgbClr val="FF0000"/>
                          </a:solidFill>
                        </a:rPr>
                        <a:t>Recognition</a:t>
                      </a:r>
                      <a:endParaRPr lang="en-AU" sz="2800" dirty="0"/>
                    </a:p>
                  </a:txBody>
                  <a:tcPr/>
                </a:tc>
                <a:tc>
                  <a:txBody>
                    <a:bodyPr/>
                    <a:lstStyle/>
                    <a:p>
                      <a:endParaRPr lang="en-AU"/>
                    </a:p>
                  </a:txBody>
                  <a:tcPr/>
                </a:tc>
                <a:tc>
                  <a:txBody>
                    <a:bodyPr/>
                    <a:lstStyle/>
                    <a:p>
                      <a:endParaRPr lang="en-AU"/>
                    </a:p>
                  </a:txBody>
                  <a:tcPr/>
                </a:tc>
                <a:extLst>
                  <a:ext uri="{0D108BD9-81ED-4DB2-BD59-A6C34878D82A}">
                    <a16:rowId xmlns:a16="http://schemas.microsoft.com/office/drawing/2014/main" val="349331847"/>
                  </a:ext>
                </a:extLst>
              </a:tr>
              <a:tr h="967452">
                <a:tc>
                  <a:txBody>
                    <a:bodyPr/>
                    <a:lstStyle/>
                    <a:p>
                      <a:r>
                        <a:rPr lang="en-AU" sz="2800" i="0" dirty="0">
                          <a:solidFill>
                            <a:srgbClr val="FF0000"/>
                          </a:solidFill>
                        </a:rPr>
                        <a:t>Relearning</a:t>
                      </a:r>
                      <a:endParaRPr lang="en-AU" sz="2800" dirty="0"/>
                    </a:p>
                  </a:txBody>
                  <a:tcPr/>
                </a:tc>
                <a:tc>
                  <a:txBody>
                    <a:bodyPr/>
                    <a:lstStyle/>
                    <a:p>
                      <a:endParaRPr lang="en-AU"/>
                    </a:p>
                  </a:txBody>
                  <a:tcPr/>
                </a:tc>
                <a:tc>
                  <a:txBody>
                    <a:bodyPr/>
                    <a:lstStyle/>
                    <a:p>
                      <a:endParaRPr lang="en-AU" dirty="0"/>
                    </a:p>
                  </a:txBody>
                  <a:tcPr/>
                </a:tc>
                <a:extLst>
                  <a:ext uri="{0D108BD9-81ED-4DB2-BD59-A6C34878D82A}">
                    <a16:rowId xmlns:a16="http://schemas.microsoft.com/office/drawing/2014/main" val="565917532"/>
                  </a:ext>
                </a:extLst>
              </a:tr>
            </a:tbl>
          </a:graphicData>
        </a:graphic>
      </p:graphicFrame>
    </p:spTree>
    <p:extLst>
      <p:ext uri="{BB962C8B-B14F-4D97-AF65-F5344CB8AC3E}">
        <p14:creationId xmlns:p14="http://schemas.microsoft.com/office/powerpoint/2010/main" val="534706455"/>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pic>
        <p:nvPicPr>
          <p:cNvPr id="2" name="Picture 1"/>
          <p:cNvPicPr>
            <a:picLocks noChangeAspect="1"/>
          </p:cNvPicPr>
          <p:nvPr/>
        </p:nvPicPr>
        <p:blipFill>
          <a:blip r:embed="rId2"/>
          <a:stretch>
            <a:fillRect/>
          </a:stretch>
        </p:blipFill>
        <p:spPr>
          <a:xfrm>
            <a:off x="0" y="0"/>
            <a:ext cx="12192000" cy="6858000"/>
          </a:xfrm>
          <a:prstGeom prst="rect">
            <a:avLst/>
          </a:prstGeom>
        </p:spPr>
      </p:pic>
    </p:spTree>
    <p:extLst>
      <p:ext uri="{BB962C8B-B14F-4D97-AF65-F5344CB8AC3E}">
        <p14:creationId xmlns:p14="http://schemas.microsoft.com/office/powerpoint/2010/main" val="830569548"/>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pic>
        <p:nvPicPr>
          <p:cNvPr id="2" name="Picture 1"/>
          <p:cNvPicPr>
            <a:picLocks noChangeAspect="1"/>
          </p:cNvPicPr>
          <p:nvPr/>
        </p:nvPicPr>
        <p:blipFill>
          <a:blip r:embed="rId2"/>
          <a:stretch>
            <a:fillRect/>
          </a:stretch>
        </p:blipFill>
        <p:spPr>
          <a:xfrm>
            <a:off x="0" y="0"/>
            <a:ext cx="12192000" cy="6858000"/>
          </a:xfrm>
          <a:prstGeom prst="rect">
            <a:avLst/>
          </a:prstGeom>
        </p:spPr>
      </p:pic>
    </p:spTree>
    <p:extLst>
      <p:ext uri="{BB962C8B-B14F-4D97-AF65-F5344CB8AC3E}">
        <p14:creationId xmlns:p14="http://schemas.microsoft.com/office/powerpoint/2010/main" val="950274295"/>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6" name="Text Placeholder 4"/>
          <p:cNvSpPr>
            <a:spLocks noGrp="1"/>
          </p:cNvSpPr>
          <p:nvPr>
            <p:ph type="body" idx="1"/>
          </p:nvPr>
        </p:nvSpPr>
        <p:spPr>
          <a:xfrm>
            <a:off x="398834" y="2638890"/>
            <a:ext cx="10905436" cy="819150"/>
          </a:xfrm>
        </p:spPr>
        <p:txBody>
          <a:bodyPr>
            <a:noAutofit/>
          </a:bodyPr>
          <a:lstStyle/>
          <a:p>
            <a:pPr algn="l"/>
            <a:r>
              <a:rPr lang="en-AU" sz="7200" b="1" dirty="0">
                <a:latin typeface="+mj-lt"/>
              </a:rPr>
              <a:t>Why we Forget</a:t>
            </a:r>
          </a:p>
        </p:txBody>
      </p:sp>
    </p:spTree>
    <p:extLst>
      <p:ext uri="{BB962C8B-B14F-4D97-AF65-F5344CB8AC3E}">
        <p14:creationId xmlns:p14="http://schemas.microsoft.com/office/powerpoint/2010/main" val="2613004490"/>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501706D-E9B9-86D7-9B20-D7540875AA98}"/>
            </a:ext>
          </a:extLst>
        </p:cNvPr>
        <p:cNvGrpSpPr/>
        <p:nvPr/>
      </p:nvGrpSpPr>
      <p:grpSpPr>
        <a:xfrm>
          <a:off x="0" y="0"/>
          <a:ext cx="0" cy="0"/>
          <a:chOff x="0" y="0"/>
          <a:chExt cx="0" cy="0"/>
        </a:xfrm>
      </p:grpSpPr>
      <p:sp>
        <p:nvSpPr>
          <p:cNvPr id="5" name="Text Placeholder 4">
            <a:extLst>
              <a:ext uri="{FF2B5EF4-FFF2-40B4-BE49-F238E27FC236}">
                <a16:creationId xmlns:a16="http://schemas.microsoft.com/office/drawing/2014/main" id="{F989E254-0B6B-1356-0939-E457ECA20385}"/>
              </a:ext>
            </a:extLst>
          </p:cNvPr>
          <p:cNvSpPr>
            <a:spLocks noGrp="1"/>
          </p:cNvSpPr>
          <p:nvPr>
            <p:ph type="body" idx="1"/>
          </p:nvPr>
        </p:nvSpPr>
        <p:spPr>
          <a:xfrm>
            <a:off x="4478481" y="254644"/>
            <a:ext cx="6996707" cy="819150"/>
          </a:xfrm>
        </p:spPr>
        <p:txBody>
          <a:bodyPr>
            <a:normAutofit/>
          </a:bodyPr>
          <a:lstStyle/>
          <a:p>
            <a:pPr algn="l"/>
            <a:r>
              <a:rPr lang="en-AU" sz="4000" b="1" u="sng" dirty="0">
                <a:solidFill>
                  <a:schemeClr val="tx1"/>
                </a:solidFill>
              </a:rPr>
              <a:t>Learning Objectives         </a:t>
            </a:r>
          </a:p>
        </p:txBody>
      </p:sp>
      <p:pic>
        <p:nvPicPr>
          <p:cNvPr id="8" name="Picture 7">
            <a:extLst>
              <a:ext uri="{FF2B5EF4-FFF2-40B4-BE49-F238E27FC236}">
                <a16:creationId xmlns:a16="http://schemas.microsoft.com/office/drawing/2014/main" id="{F2B8761C-DB9D-DD5B-C4BD-09B10B895480}"/>
              </a:ext>
            </a:extLst>
          </p:cNvPr>
          <p:cNvPicPr>
            <a:picLocks noChangeAspect="1"/>
          </p:cNvPicPr>
          <p:nvPr/>
        </p:nvPicPr>
        <p:blipFill>
          <a:blip r:embed="rId2"/>
          <a:stretch>
            <a:fillRect/>
          </a:stretch>
        </p:blipFill>
        <p:spPr>
          <a:xfrm>
            <a:off x="0" y="0"/>
            <a:ext cx="4202253" cy="6858000"/>
          </a:xfrm>
          <a:prstGeom prst="rect">
            <a:avLst/>
          </a:prstGeom>
        </p:spPr>
      </p:pic>
      <p:sp>
        <p:nvSpPr>
          <p:cNvPr id="9" name="Text Placeholder 4">
            <a:extLst>
              <a:ext uri="{FF2B5EF4-FFF2-40B4-BE49-F238E27FC236}">
                <a16:creationId xmlns:a16="http://schemas.microsoft.com/office/drawing/2014/main" id="{6F97D6DE-9701-77C8-6BCC-8309FBAF40CD}"/>
              </a:ext>
            </a:extLst>
          </p:cNvPr>
          <p:cNvSpPr txBox="1">
            <a:spLocks/>
          </p:cNvSpPr>
          <p:nvPr/>
        </p:nvSpPr>
        <p:spPr>
          <a:xfrm>
            <a:off x="4202253" y="664219"/>
            <a:ext cx="7989747" cy="5813714"/>
          </a:xfrm>
          <a:prstGeom prst="rect">
            <a:avLst/>
          </a:prstGeom>
        </p:spPr>
        <p:txBody>
          <a:bodyPr vert="horz" lIns="91440" tIns="45720" rIns="91440" bIns="45720" rtlCol="0" anchor="ctr">
            <a:noAutofit/>
          </a:bodyPr>
          <a:lstStyle>
            <a:lvl1pPr marL="0" indent="0" algn="r" defTabSz="914400" rtl="0" eaLnBrk="1" latinLnBrk="0" hangingPunct="1">
              <a:lnSpc>
                <a:spcPct val="113000"/>
              </a:lnSpc>
              <a:spcBef>
                <a:spcPts val="0"/>
              </a:spcBef>
              <a:buFont typeface="Arial" panose="020B0604020202020204" pitchFamily="34" charset="0"/>
              <a:buNone/>
              <a:defRPr sz="2000" b="0" i="1" kern="1200" baseline="0">
                <a:solidFill>
                  <a:schemeClr val="accent1"/>
                </a:solidFill>
                <a:latin typeface="+mn-lt"/>
                <a:ea typeface="+mn-ea"/>
                <a:cs typeface="+mn-cs"/>
              </a:defRPr>
            </a:lvl1pPr>
            <a:lvl2pPr marL="457200" indent="0" algn="l" defTabSz="914400" rtl="0" eaLnBrk="1" latinLnBrk="0" hangingPunct="1">
              <a:lnSpc>
                <a:spcPct val="112000"/>
              </a:lnSpc>
              <a:spcBef>
                <a:spcPts val="900"/>
              </a:spcBef>
              <a:buFont typeface="Corbel" panose="020B0503020204020204" pitchFamily="34" charset="0"/>
              <a:buNone/>
              <a:defRPr sz="2000" kern="1200" baseline="0">
                <a:solidFill>
                  <a:schemeClr val="tx1">
                    <a:tint val="75000"/>
                  </a:schemeClr>
                </a:solidFill>
                <a:latin typeface="+mn-lt"/>
                <a:ea typeface="+mn-ea"/>
                <a:cs typeface="+mn-cs"/>
              </a:defRPr>
            </a:lvl2pPr>
            <a:lvl3pPr marL="914400" indent="0" algn="l" defTabSz="914400" rtl="0" eaLnBrk="1" latinLnBrk="0" hangingPunct="1">
              <a:lnSpc>
                <a:spcPct val="112000"/>
              </a:lnSpc>
              <a:spcBef>
                <a:spcPts val="900"/>
              </a:spcBef>
              <a:buFont typeface="Arial" panose="020B0604020202020204" pitchFamily="34" charset="0"/>
              <a:buNone/>
              <a:defRPr sz="1800" kern="1200" baseline="0">
                <a:solidFill>
                  <a:schemeClr val="tx1">
                    <a:tint val="75000"/>
                  </a:schemeClr>
                </a:solidFill>
                <a:latin typeface="+mn-lt"/>
                <a:ea typeface="+mn-ea"/>
                <a:cs typeface="+mn-cs"/>
              </a:defRPr>
            </a:lvl3pPr>
            <a:lvl4pPr marL="1371600" indent="0" algn="l" defTabSz="914400" rtl="0" eaLnBrk="1" latinLnBrk="0" hangingPunct="1">
              <a:lnSpc>
                <a:spcPct val="112000"/>
              </a:lnSpc>
              <a:spcBef>
                <a:spcPts val="900"/>
              </a:spcBef>
              <a:buFont typeface="Corbel" panose="020B0503020204020204" pitchFamily="34" charset="0"/>
              <a:buNone/>
              <a:defRPr sz="1600" kern="1200" baseline="0">
                <a:solidFill>
                  <a:schemeClr val="tx1">
                    <a:tint val="75000"/>
                  </a:schemeClr>
                </a:solidFill>
                <a:latin typeface="+mn-lt"/>
                <a:ea typeface="+mn-ea"/>
                <a:cs typeface="+mn-cs"/>
              </a:defRPr>
            </a:lvl4pPr>
            <a:lvl5pPr marL="1828800" indent="0" algn="l" defTabSz="914400" rtl="0" eaLnBrk="1" latinLnBrk="0" hangingPunct="1">
              <a:lnSpc>
                <a:spcPct val="112000"/>
              </a:lnSpc>
              <a:spcBef>
                <a:spcPts val="900"/>
              </a:spcBef>
              <a:buFont typeface="Arial" panose="020B0604020202020204" pitchFamily="34" charset="0"/>
              <a:buNone/>
              <a:defRPr sz="1600" i="1" kern="1200" baseline="0">
                <a:solidFill>
                  <a:schemeClr val="tx1">
                    <a:tint val="75000"/>
                  </a:schemeClr>
                </a:solidFill>
                <a:latin typeface="+mn-lt"/>
                <a:ea typeface="+mn-ea"/>
                <a:cs typeface="+mn-cs"/>
              </a:defRPr>
            </a:lvl5pPr>
            <a:lvl6pPr marL="2286000" indent="0" algn="l" defTabSz="914400" rtl="0" eaLnBrk="1" latinLnBrk="0" hangingPunct="1">
              <a:lnSpc>
                <a:spcPct val="112000"/>
              </a:lnSpc>
              <a:spcBef>
                <a:spcPts val="1300"/>
              </a:spcBef>
              <a:buFont typeface="Corbel" panose="020B0503020204020204" pitchFamily="34" charset="0"/>
              <a:buNone/>
              <a:defRPr sz="1600" kern="1200">
                <a:solidFill>
                  <a:schemeClr val="tx1">
                    <a:tint val="75000"/>
                  </a:schemeClr>
                </a:solidFill>
                <a:latin typeface="+mn-lt"/>
                <a:ea typeface="+mn-ea"/>
                <a:cs typeface="+mn-cs"/>
              </a:defRPr>
            </a:lvl6pPr>
            <a:lvl7pPr marL="2743200" indent="0" algn="l" defTabSz="914400" rtl="0" eaLnBrk="1" latinLnBrk="0" hangingPunct="1">
              <a:lnSpc>
                <a:spcPct val="112000"/>
              </a:lnSpc>
              <a:spcBef>
                <a:spcPts val="1300"/>
              </a:spcBef>
              <a:buFont typeface="Arial" panose="020B0604020202020204" pitchFamily="34" charset="0"/>
              <a:buNone/>
              <a:defRPr sz="1600" i="1" kern="1200">
                <a:solidFill>
                  <a:schemeClr val="tx1">
                    <a:tint val="75000"/>
                  </a:schemeClr>
                </a:solidFill>
                <a:latin typeface="+mn-lt"/>
                <a:ea typeface="+mn-ea"/>
                <a:cs typeface="+mn-cs"/>
              </a:defRPr>
            </a:lvl7pPr>
            <a:lvl8pPr marL="3200400" indent="0" algn="l" defTabSz="914400" rtl="0" eaLnBrk="1" latinLnBrk="0" hangingPunct="1">
              <a:lnSpc>
                <a:spcPct val="112000"/>
              </a:lnSpc>
              <a:spcBef>
                <a:spcPts val="1300"/>
              </a:spcBef>
              <a:buFont typeface="Corbel" panose="020B0503020204020204" pitchFamily="34" charset="0"/>
              <a:buNone/>
              <a:defRPr sz="1600" kern="1200">
                <a:solidFill>
                  <a:schemeClr val="tx1">
                    <a:tint val="75000"/>
                  </a:schemeClr>
                </a:solidFill>
                <a:latin typeface="+mn-lt"/>
                <a:ea typeface="+mn-ea"/>
                <a:cs typeface="+mn-cs"/>
              </a:defRPr>
            </a:lvl8pPr>
            <a:lvl9pPr marL="3657600" indent="0" algn="l" defTabSz="914400" rtl="0" eaLnBrk="1" latinLnBrk="0" hangingPunct="1">
              <a:lnSpc>
                <a:spcPct val="112000"/>
              </a:lnSpc>
              <a:spcBef>
                <a:spcPts val="1300"/>
              </a:spcBef>
              <a:buFont typeface="Arial" panose="020B0604020202020204" pitchFamily="34" charset="0"/>
              <a:buNone/>
              <a:defRPr sz="1600" i="1" kern="1200" baseline="0">
                <a:solidFill>
                  <a:schemeClr val="tx1">
                    <a:tint val="75000"/>
                  </a:schemeClr>
                </a:solidFill>
                <a:latin typeface="+mn-lt"/>
                <a:ea typeface="+mn-ea"/>
                <a:cs typeface="+mn-cs"/>
              </a:defRPr>
            </a:lvl9pPr>
          </a:lstStyle>
          <a:p>
            <a:pPr marL="457200" indent="-457200" algn="l">
              <a:buClr>
                <a:schemeClr val="accent1"/>
              </a:buClr>
              <a:buFont typeface="Wingdings" panose="05000000000000000000" pitchFamily="2" charset="2"/>
              <a:buChar char="§"/>
            </a:pPr>
            <a:r>
              <a:rPr lang="en-AU" sz="2800" i="0" dirty="0">
                <a:solidFill>
                  <a:schemeClr val="tx1"/>
                </a:solidFill>
              </a:rPr>
              <a:t>Contrast recall, recognition and relearning.</a:t>
            </a:r>
            <a:endParaRPr lang="en-AU" sz="1200" i="0" dirty="0">
              <a:solidFill>
                <a:schemeClr val="tx1"/>
              </a:solidFill>
            </a:endParaRPr>
          </a:p>
          <a:p>
            <a:pPr marL="457200" indent="-457200" algn="l">
              <a:buClr>
                <a:schemeClr val="accent1"/>
              </a:buClr>
              <a:buFont typeface="Wingdings" panose="05000000000000000000" pitchFamily="2" charset="2"/>
              <a:buChar char="§"/>
            </a:pPr>
            <a:r>
              <a:rPr lang="en-AU" sz="2800" i="0" dirty="0">
                <a:solidFill>
                  <a:srgbClr val="FF0000"/>
                </a:solidFill>
              </a:rPr>
              <a:t>Describe problems with memory such as encoding failure, retrieval failure and interference effects.</a:t>
            </a:r>
          </a:p>
          <a:p>
            <a:pPr marL="457200" indent="-457200" algn="l">
              <a:buClr>
                <a:schemeClr val="accent1"/>
              </a:buClr>
              <a:buFont typeface="Wingdings" panose="05000000000000000000" pitchFamily="2" charset="2"/>
              <a:buChar char="§"/>
            </a:pPr>
            <a:r>
              <a:rPr lang="en-AU" sz="2800" i="0" dirty="0">
                <a:solidFill>
                  <a:schemeClr val="tx1"/>
                </a:solidFill>
              </a:rPr>
              <a:t>Discuss strategies to improve memory, including spacing, interleaving, chunking, elaborative and maintenance rehearsal, and the method of loci.</a:t>
            </a:r>
          </a:p>
        </p:txBody>
      </p:sp>
    </p:spTree>
    <p:extLst>
      <p:ext uri="{BB962C8B-B14F-4D97-AF65-F5344CB8AC3E}">
        <p14:creationId xmlns:p14="http://schemas.microsoft.com/office/powerpoint/2010/main" val="1749568784"/>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5" name="Text Placeholder 4"/>
          <p:cNvSpPr>
            <a:spLocks noGrp="1"/>
          </p:cNvSpPr>
          <p:nvPr>
            <p:ph type="body" idx="1"/>
          </p:nvPr>
        </p:nvSpPr>
        <p:spPr>
          <a:xfrm>
            <a:off x="116055" y="2545315"/>
            <a:ext cx="11833769" cy="2715452"/>
          </a:xfrm>
        </p:spPr>
        <p:txBody>
          <a:bodyPr>
            <a:noAutofit/>
          </a:bodyPr>
          <a:lstStyle/>
          <a:p>
            <a:pPr marL="457200" indent="-457200" algn="l">
              <a:lnSpc>
                <a:spcPct val="100000"/>
              </a:lnSpc>
              <a:buClr>
                <a:schemeClr val="accent1"/>
              </a:buClr>
              <a:buFont typeface="Wingdings" panose="05000000000000000000" pitchFamily="2" charset="2"/>
              <a:buChar char="§"/>
            </a:pPr>
            <a:r>
              <a:rPr lang="en-AU" sz="2600" i="0" dirty="0">
                <a:solidFill>
                  <a:schemeClr val="tx1"/>
                </a:solidFill>
              </a:rPr>
              <a:t>Relates to the </a:t>
            </a:r>
            <a:r>
              <a:rPr lang="en-AU" sz="2600" b="1" i="0" dirty="0">
                <a:solidFill>
                  <a:schemeClr val="tx1"/>
                </a:solidFill>
              </a:rPr>
              <a:t>encoding specificity principle (</a:t>
            </a:r>
            <a:r>
              <a:rPr lang="en-AU" sz="2600" i="0" dirty="0" err="1">
                <a:solidFill>
                  <a:schemeClr val="tx1"/>
                </a:solidFill>
              </a:rPr>
              <a:t>Tulving</a:t>
            </a:r>
            <a:r>
              <a:rPr lang="en-AU" sz="2600" i="0" dirty="0">
                <a:solidFill>
                  <a:schemeClr val="tx1"/>
                </a:solidFill>
              </a:rPr>
              <a:t> &amp; Thomson, 1973)</a:t>
            </a:r>
          </a:p>
          <a:p>
            <a:pPr marL="914400" lvl="1" indent="-457200">
              <a:lnSpc>
                <a:spcPct val="100000"/>
              </a:lnSpc>
              <a:buClr>
                <a:schemeClr val="accent1"/>
              </a:buClr>
              <a:buFont typeface="Courier New" panose="02070309020205020404" pitchFamily="49" charset="0"/>
              <a:buChar char="o"/>
            </a:pPr>
            <a:r>
              <a:rPr lang="en-AU" sz="2600" dirty="0">
                <a:solidFill>
                  <a:schemeClr val="tx1"/>
                </a:solidFill>
              </a:rPr>
              <a:t>Provides a general theoretical framework for understanding how contextual information affects memory. </a:t>
            </a:r>
          </a:p>
          <a:p>
            <a:pPr marL="914400" lvl="1" indent="-457200">
              <a:lnSpc>
                <a:spcPct val="100000"/>
              </a:lnSpc>
              <a:buClr>
                <a:schemeClr val="accent1"/>
              </a:buClr>
              <a:buFont typeface="Courier New" panose="02070309020205020404" pitchFamily="49" charset="0"/>
              <a:buChar char="o"/>
            </a:pPr>
            <a:r>
              <a:rPr lang="en-AU" sz="2600" dirty="0">
                <a:solidFill>
                  <a:schemeClr val="tx1"/>
                </a:solidFill>
              </a:rPr>
              <a:t>Specifically, the principle states that memory is improved when information (associations/context) available at encoding is also available at retrieval. </a:t>
            </a:r>
          </a:p>
          <a:p>
            <a:pPr marL="914400" lvl="1" indent="-457200">
              <a:lnSpc>
                <a:spcPct val="100000"/>
              </a:lnSpc>
              <a:buClr>
                <a:schemeClr val="accent1"/>
              </a:buClr>
              <a:buFont typeface="Courier New" panose="02070309020205020404" pitchFamily="49" charset="0"/>
              <a:buChar char="o"/>
            </a:pPr>
            <a:r>
              <a:rPr lang="en-AU" sz="2600" dirty="0">
                <a:solidFill>
                  <a:schemeClr val="tx1"/>
                </a:solidFill>
              </a:rPr>
              <a:t>For example, the encoding specificity principle would predict that recall for information would be better if subjects were tested in the same room they had studied in versus having studied in one room and tested in a different room</a:t>
            </a:r>
          </a:p>
          <a:p>
            <a:pPr marL="914400" lvl="1" indent="-457200">
              <a:lnSpc>
                <a:spcPct val="100000"/>
              </a:lnSpc>
              <a:buClr>
                <a:schemeClr val="accent1"/>
              </a:buClr>
              <a:buFont typeface="Courier New" panose="02070309020205020404" pitchFamily="49" charset="0"/>
              <a:buChar char="o"/>
            </a:pPr>
            <a:endParaRPr lang="en-AU" sz="2600" dirty="0">
              <a:solidFill>
                <a:schemeClr val="tx1"/>
              </a:solidFill>
            </a:endParaRPr>
          </a:p>
          <a:p>
            <a:pPr marL="457200" indent="-457200" algn="l">
              <a:lnSpc>
                <a:spcPct val="100000"/>
              </a:lnSpc>
              <a:buClr>
                <a:schemeClr val="accent1"/>
              </a:buClr>
              <a:buFont typeface="Wingdings" panose="05000000000000000000" pitchFamily="2" charset="2"/>
              <a:buChar char="§"/>
            </a:pPr>
            <a:r>
              <a:rPr lang="en-AU" sz="2600" i="0" dirty="0">
                <a:solidFill>
                  <a:schemeClr val="tx1"/>
                </a:solidFill>
              </a:rPr>
              <a:t>Two main conditions that assist with retrieval – External environment and internal environment</a:t>
            </a:r>
          </a:p>
          <a:p>
            <a:pPr lvl="1">
              <a:buClr>
                <a:schemeClr val="accent1"/>
              </a:buClr>
            </a:pPr>
            <a:endParaRPr lang="en-AU" sz="2400" i="0" dirty="0">
              <a:solidFill>
                <a:schemeClr val="tx1"/>
              </a:solidFill>
            </a:endParaRPr>
          </a:p>
        </p:txBody>
      </p:sp>
      <p:sp>
        <p:nvSpPr>
          <p:cNvPr id="6" name="Text Placeholder 2"/>
          <p:cNvSpPr txBox="1">
            <a:spLocks/>
          </p:cNvSpPr>
          <p:nvPr/>
        </p:nvSpPr>
        <p:spPr>
          <a:xfrm>
            <a:off x="728971" y="257434"/>
            <a:ext cx="10607935" cy="819150"/>
          </a:xfrm>
          <a:prstGeom prst="rect">
            <a:avLst/>
          </a:prstGeom>
        </p:spPr>
        <p:txBody>
          <a:bodyPr vert="horz" lIns="91440" tIns="45720" rIns="91440" bIns="45720" rtlCol="0" anchor="ctr">
            <a:noAutofit/>
          </a:bodyPr>
          <a:lstStyle>
            <a:lvl1pPr marL="0" indent="0" algn="r" defTabSz="914400" rtl="0" eaLnBrk="1" latinLnBrk="0" hangingPunct="1">
              <a:lnSpc>
                <a:spcPct val="113000"/>
              </a:lnSpc>
              <a:spcBef>
                <a:spcPts val="0"/>
              </a:spcBef>
              <a:buFont typeface="Arial" panose="020B0604020202020204" pitchFamily="34" charset="0"/>
              <a:buNone/>
              <a:defRPr sz="2000" b="0" i="1" kern="1200" baseline="0">
                <a:solidFill>
                  <a:schemeClr val="accent1"/>
                </a:solidFill>
                <a:latin typeface="+mn-lt"/>
                <a:ea typeface="+mn-ea"/>
                <a:cs typeface="+mn-cs"/>
              </a:defRPr>
            </a:lvl1pPr>
            <a:lvl2pPr marL="457200" indent="0" algn="l" defTabSz="914400" rtl="0" eaLnBrk="1" latinLnBrk="0" hangingPunct="1">
              <a:lnSpc>
                <a:spcPct val="112000"/>
              </a:lnSpc>
              <a:spcBef>
                <a:spcPts val="900"/>
              </a:spcBef>
              <a:buFont typeface="Corbel" panose="020B0503020204020204" pitchFamily="34" charset="0"/>
              <a:buNone/>
              <a:defRPr sz="2000" kern="1200" baseline="0">
                <a:solidFill>
                  <a:schemeClr val="tx1">
                    <a:tint val="75000"/>
                  </a:schemeClr>
                </a:solidFill>
                <a:latin typeface="+mn-lt"/>
                <a:ea typeface="+mn-ea"/>
                <a:cs typeface="+mn-cs"/>
              </a:defRPr>
            </a:lvl2pPr>
            <a:lvl3pPr marL="914400" indent="0" algn="l" defTabSz="914400" rtl="0" eaLnBrk="1" latinLnBrk="0" hangingPunct="1">
              <a:lnSpc>
                <a:spcPct val="112000"/>
              </a:lnSpc>
              <a:spcBef>
                <a:spcPts val="900"/>
              </a:spcBef>
              <a:buFont typeface="Arial" panose="020B0604020202020204" pitchFamily="34" charset="0"/>
              <a:buNone/>
              <a:defRPr sz="1800" kern="1200" baseline="0">
                <a:solidFill>
                  <a:schemeClr val="tx1">
                    <a:tint val="75000"/>
                  </a:schemeClr>
                </a:solidFill>
                <a:latin typeface="+mn-lt"/>
                <a:ea typeface="+mn-ea"/>
                <a:cs typeface="+mn-cs"/>
              </a:defRPr>
            </a:lvl3pPr>
            <a:lvl4pPr marL="1371600" indent="0" algn="l" defTabSz="914400" rtl="0" eaLnBrk="1" latinLnBrk="0" hangingPunct="1">
              <a:lnSpc>
                <a:spcPct val="112000"/>
              </a:lnSpc>
              <a:spcBef>
                <a:spcPts val="900"/>
              </a:spcBef>
              <a:buFont typeface="Corbel" panose="020B0503020204020204" pitchFamily="34" charset="0"/>
              <a:buNone/>
              <a:defRPr sz="1600" kern="1200" baseline="0">
                <a:solidFill>
                  <a:schemeClr val="tx1">
                    <a:tint val="75000"/>
                  </a:schemeClr>
                </a:solidFill>
                <a:latin typeface="+mn-lt"/>
                <a:ea typeface="+mn-ea"/>
                <a:cs typeface="+mn-cs"/>
              </a:defRPr>
            </a:lvl4pPr>
            <a:lvl5pPr marL="1828800" indent="0" algn="l" defTabSz="914400" rtl="0" eaLnBrk="1" latinLnBrk="0" hangingPunct="1">
              <a:lnSpc>
                <a:spcPct val="112000"/>
              </a:lnSpc>
              <a:spcBef>
                <a:spcPts val="900"/>
              </a:spcBef>
              <a:buFont typeface="Arial" panose="020B0604020202020204" pitchFamily="34" charset="0"/>
              <a:buNone/>
              <a:defRPr sz="1600" i="1" kern="1200" baseline="0">
                <a:solidFill>
                  <a:schemeClr val="tx1">
                    <a:tint val="75000"/>
                  </a:schemeClr>
                </a:solidFill>
                <a:latin typeface="+mn-lt"/>
                <a:ea typeface="+mn-ea"/>
                <a:cs typeface="+mn-cs"/>
              </a:defRPr>
            </a:lvl5pPr>
            <a:lvl6pPr marL="2286000" indent="0" algn="l" defTabSz="914400" rtl="0" eaLnBrk="1" latinLnBrk="0" hangingPunct="1">
              <a:lnSpc>
                <a:spcPct val="112000"/>
              </a:lnSpc>
              <a:spcBef>
                <a:spcPts val="1300"/>
              </a:spcBef>
              <a:buFont typeface="Corbel" panose="020B0503020204020204" pitchFamily="34" charset="0"/>
              <a:buNone/>
              <a:defRPr sz="1600" kern="1200">
                <a:solidFill>
                  <a:schemeClr val="tx1">
                    <a:tint val="75000"/>
                  </a:schemeClr>
                </a:solidFill>
                <a:latin typeface="+mn-lt"/>
                <a:ea typeface="+mn-ea"/>
                <a:cs typeface="+mn-cs"/>
              </a:defRPr>
            </a:lvl6pPr>
            <a:lvl7pPr marL="2743200" indent="0" algn="l" defTabSz="914400" rtl="0" eaLnBrk="1" latinLnBrk="0" hangingPunct="1">
              <a:lnSpc>
                <a:spcPct val="112000"/>
              </a:lnSpc>
              <a:spcBef>
                <a:spcPts val="1300"/>
              </a:spcBef>
              <a:buFont typeface="Arial" panose="020B0604020202020204" pitchFamily="34" charset="0"/>
              <a:buNone/>
              <a:defRPr sz="1600" i="1" kern="1200">
                <a:solidFill>
                  <a:schemeClr val="tx1">
                    <a:tint val="75000"/>
                  </a:schemeClr>
                </a:solidFill>
                <a:latin typeface="+mn-lt"/>
                <a:ea typeface="+mn-ea"/>
                <a:cs typeface="+mn-cs"/>
              </a:defRPr>
            </a:lvl7pPr>
            <a:lvl8pPr marL="3200400" indent="0" algn="l" defTabSz="914400" rtl="0" eaLnBrk="1" latinLnBrk="0" hangingPunct="1">
              <a:lnSpc>
                <a:spcPct val="112000"/>
              </a:lnSpc>
              <a:spcBef>
                <a:spcPts val="1300"/>
              </a:spcBef>
              <a:buFont typeface="Corbel" panose="020B0503020204020204" pitchFamily="34" charset="0"/>
              <a:buNone/>
              <a:defRPr sz="1600" kern="1200">
                <a:solidFill>
                  <a:schemeClr val="tx1">
                    <a:tint val="75000"/>
                  </a:schemeClr>
                </a:solidFill>
                <a:latin typeface="+mn-lt"/>
                <a:ea typeface="+mn-ea"/>
                <a:cs typeface="+mn-cs"/>
              </a:defRPr>
            </a:lvl8pPr>
            <a:lvl9pPr marL="3657600" indent="0" algn="l" defTabSz="914400" rtl="0" eaLnBrk="1" latinLnBrk="0" hangingPunct="1">
              <a:lnSpc>
                <a:spcPct val="112000"/>
              </a:lnSpc>
              <a:spcBef>
                <a:spcPts val="1300"/>
              </a:spcBef>
              <a:buFont typeface="Arial" panose="020B0604020202020204" pitchFamily="34" charset="0"/>
              <a:buNone/>
              <a:defRPr sz="1600" i="1" kern="1200" baseline="0">
                <a:solidFill>
                  <a:schemeClr val="tx1">
                    <a:tint val="75000"/>
                  </a:schemeClr>
                </a:solidFill>
                <a:latin typeface="+mn-lt"/>
                <a:ea typeface="+mn-ea"/>
                <a:cs typeface="+mn-cs"/>
              </a:defRPr>
            </a:lvl9pPr>
          </a:lstStyle>
          <a:p>
            <a:pPr marL="0" marR="0" lvl="0" indent="0" algn="ctr" defTabSz="914400" rtl="0" eaLnBrk="1" fontAlgn="auto" latinLnBrk="0" hangingPunct="1">
              <a:lnSpc>
                <a:spcPct val="113000"/>
              </a:lnSpc>
              <a:spcBef>
                <a:spcPts val="0"/>
              </a:spcBef>
              <a:spcAft>
                <a:spcPts val="0"/>
              </a:spcAft>
              <a:buClrTx/>
              <a:buSzTx/>
              <a:buFont typeface="Arial" panose="020B0604020202020204" pitchFamily="34" charset="0"/>
              <a:buNone/>
              <a:tabLst/>
              <a:defRPr/>
            </a:pPr>
            <a:r>
              <a:rPr kumimoji="0" lang="en-AU" sz="5400" b="1" i="1" u="sng" strike="noStrike" kern="1200" cap="none" spc="0" normalizeH="0" baseline="0" noProof="0" dirty="0">
                <a:ln>
                  <a:noFill/>
                </a:ln>
                <a:solidFill>
                  <a:prstClr val="black"/>
                </a:solidFill>
                <a:effectLst/>
                <a:uLnTx/>
                <a:uFillTx/>
                <a:latin typeface="Corbel" panose="020B0503020204020204"/>
                <a:ea typeface="+mn-ea"/>
                <a:cs typeface="+mn-cs"/>
              </a:rPr>
              <a:t>1 - Encoding Failure</a:t>
            </a:r>
          </a:p>
        </p:txBody>
      </p:sp>
    </p:spTree>
    <p:extLst>
      <p:ext uri="{BB962C8B-B14F-4D97-AF65-F5344CB8AC3E}">
        <p14:creationId xmlns:p14="http://schemas.microsoft.com/office/powerpoint/2010/main" val="2957609959"/>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5" name="Text Placeholder 4"/>
          <p:cNvSpPr>
            <a:spLocks noGrp="1"/>
          </p:cNvSpPr>
          <p:nvPr>
            <p:ph type="body" idx="1"/>
          </p:nvPr>
        </p:nvSpPr>
        <p:spPr>
          <a:xfrm>
            <a:off x="116057" y="2708154"/>
            <a:ext cx="11833769" cy="2715452"/>
          </a:xfrm>
        </p:spPr>
        <p:txBody>
          <a:bodyPr>
            <a:noAutofit/>
          </a:bodyPr>
          <a:lstStyle/>
          <a:p>
            <a:pPr marL="457200" indent="-457200" algn="l">
              <a:lnSpc>
                <a:spcPct val="100000"/>
              </a:lnSpc>
              <a:buClr>
                <a:schemeClr val="accent1"/>
              </a:buClr>
              <a:buFont typeface="Wingdings" panose="05000000000000000000" pitchFamily="2" charset="2"/>
              <a:buChar char="§"/>
            </a:pPr>
            <a:r>
              <a:rPr lang="en-AU" sz="2800" i="0" dirty="0">
                <a:solidFill>
                  <a:schemeClr val="tx1"/>
                </a:solidFill>
              </a:rPr>
              <a:t>Refers to the context in which the memory was formed</a:t>
            </a:r>
          </a:p>
          <a:p>
            <a:pPr marL="457200" indent="-457200" algn="l">
              <a:lnSpc>
                <a:spcPct val="100000"/>
              </a:lnSpc>
              <a:buClr>
                <a:schemeClr val="accent1"/>
              </a:buClr>
              <a:buFont typeface="Wingdings" panose="05000000000000000000" pitchFamily="2" charset="2"/>
              <a:buChar char="§"/>
            </a:pPr>
            <a:endParaRPr lang="en-AU" sz="2800" i="0" dirty="0">
              <a:solidFill>
                <a:schemeClr val="tx1"/>
              </a:solidFill>
            </a:endParaRPr>
          </a:p>
          <a:p>
            <a:pPr marL="457200" indent="-457200" algn="l">
              <a:lnSpc>
                <a:spcPct val="100000"/>
              </a:lnSpc>
              <a:buClr>
                <a:schemeClr val="accent1"/>
              </a:buClr>
              <a:buFont typeface="Wingdings" panose="05000000000000000000" pitchFamily="2" charset="2"/>
              <a:buChar char="§"/>
            </a:pPr>
            <a:r>
              <a:rPr lang="en-AU" sz="2800" i="0" dirty="0">
                <a:solidFill>
                  <a:schemeClr val="tx1"/>
                </a:solidFill>
              </a:rPr>
              <a:t>Referred to as </a:t>
            </a:r>
            <a:r>
              <a:rPr lang="en-AU" sz="2800" b="1" i="0" dirty="0">
                <a:solidFill>
                  <a:schemeClr val="tx1"/>
                </a:solidFill>
              </a:rPr>
              <a:t>context dependent cues</a:t>
            </a:r>
          </a:p>
          <a:p>
            <a:pPr marL="457200" indent="-457200" algn="l">
              <a:lnSpc>
                <a:spcPct val="100000"/>
              </a:lnSpc>
              <a:buClr>
                <a:schemeClr val="accent1"/>
              </a:buClr>
              <a:buFont typeface="Wingdings" panose="05000000000000000000" pitchFamily="2" charset="2"/>
              <a:buChar char="§"/>
            </a:pPr>
            <a:endParaRPr lang="en-AU" sz="2800" b="1" i="0" dirty="0">
              <a:solidFill>
                <a:schemeClr val="tx1"/>
              </a:solidFill>
            </a:endParaRPr>
          </a:p>
          <a:p>
            <a:pPr marL="457200" indent="-457200" algn="l">
              <a:lnSpc>
                <a:spcPct val="100000"/>
              </a:lnSpc>
              <a:buClr>
                <a:schemeClr val="accent1"/>
              </a:buClr>
              <a:buFont typeface="Wingdings" panose="05000000000000000000" pitchFamily="2" charset="2"/>
              <a:buChar char="§"/>
            </a:pPr>
            <a:r>
              <a:rPr lang="en-AU" sz="2800" i="0" dirty="0">
                <a:solidFill>
                  <a:schemeClr val="tx1"/>
                </a:solidFill>
              </a:rPr>
              <a:t>Environmental cues include:</a:t>
            </a:r>
          </a:p>
          <a:p>
            <a:pPr marL="914400" lvl="1" indent="-457200">
              <a:lnSpc>
                <a:spcPct val="100000"/>
              </a:lnSpc>
              <a:buClr>
                <a:schemeClr val="accent1"/>
              </a:buClr>
              <a:buFont typeface="Courier New" panose="02070309020205020404" pitchFamily="49" charset="0"/>
              <a:buChar char="o"/>
            </a:pPr>
            <a:r>
              <a:rPr lang="en-AU" sz="2800" dirty="0">
                <a:solidFill>
                  <a:schemeClr val="tx1"/>
                </a:solidFill>
              </a:rPr>
              <a:t>Smells, sounds, temperature, the physical environment etc.</a:t>
            </a:r>
          </a:p>
          <a:p>
            <a:pPr marL="914400" lvl="1" indent="-457200">
              <a:lnSpc>
                <a:spcPct val="100000"/>
              </a:lnSpc>
              <a:buClr>
                <a:schemeClr val="accent1"/>
              </a:buClr>
              <a:buFont typeface="Courier New" panose="02070309020205020404" pitchFamily="49" charset="0"/>
              <a:buChar char="o"/>
            </a:pPr>
            <a:r>
              <a:rPr lang="en-AU" sz="2800" i="0" dirty="0">
                <a:solidFill>
                  <a:schemeClr val="tx1"/>
                </a:solidFill>
              </a:rPr>
              <a:t>If these same cues are present at the time of retrieval, then it will be easier to remember</a:t>
            </a:r>
          </a:p>
          <a:p>
            <a:pPr marL="457200" indent="-457200" algn="l">
              <a:lnSpc>
                <a:spcPct val="100000"/>
              </a:lnSpc>
              <a:buClr>
                <a:schemeClr val="accent1"/>
              </a:buClr>
              <a:buFont typeface="Wingdings" panose="05000000000000000000" pitchFamily="2" charset="2"/>
              <a:buChar char="§"/>
            </a:pPr>
            <a:endParaRPr lang="en-AU" sz="2800" i="0" dirty="0">
              <a:solidFill>
                <a:schemeClr val="tx1"/>
              </a:solidFill>
            </a:endParaRPr>
          </a:p>
          <a:p>
            <a:pPr marL="457200" indent="-457200" algn="l">
              <a:lnSpc>
                <a:spcPct val="100000"/>
              </a:lnSpc>
              <a:buClr>
                <a:schemeClr val="accent1"/>
              </a:buClr>
              <a:buFont typeface="Wingdings" panose="05000000000000000000" pitchFamily="2" charset="2"/>
              <a:buChar char="§"/>
            </a:pPr>
            <a:endParaRPr lang="en-AU" sz="2800" i="0" dirty="0">
              <a:solidFill>
                <a:schemeClr val="tx1"/>
              </a:solidFill>
            </a:endParaRPr>
          </a:p>
          <a:p>
            <a:pPr lvl="1">
              <a:buClr>
                <a:schemeClr val="accent1"/>
              </a:buClr>
            </a:pPr>
            <a:endParaRPr lang="en-AU" sz="2400" i="0" dirty="0">
              <a:solidFill>
                <a:schemeClr val="tx1"/>
              </a:solidFill>
            </a:endParaRPr>
          </a:p>
        </p:txBody>
      </p:sp>
      <p:sp>
        <p:nvSpPr>
          <p:cNvPr id="6" name="Text Placeholder 2"/>
          <p:cNvSpPr txBox="1">
            <a:spLocks/>
          </p:cNvSpPr>
          <p:nvPr/>
        </p:nvSpPr>
        <p:spPr>
          <a:xfrm>
            <a:off x="728975" y="420272"/>
            <a:ext cx="10607935" cy="819150"/>
          </a:xfrm>
          <a:prstGeom prst="rect">
            <a:avLst/>
          </a:prstGeom>
        </p:spPr>
        <p:txBody>
          <a:bodyPr vert="horz" lIns="91440" tIns="45720" rIns="91440" bIns="45720" rtlCol="0" anchor="ctr">
            <a:noAutofit/>
          </a:bodyPr>
          <a:lstStyle>
            <a:lvl1pPr marL="0" indent="0" algn="r" defTabSz="914400" rtl="0" eaLnBrk="1" latinLnBrk="0" hangingPunct="1">
              <a:lnSpc>
                <a:spcPct val="113000"/>
              </a:lnSpc>
              <a:spcBef>
                <a:spcPts val="0"/>
              </a:spcBef>
              <a:buFont typeface="Arial" panose="020B0604020202020204" pitchFamily="34" charset="0"/>
              <a:buNone/>
              <a:defRPr sz="2000" b="0" i="1" kern="1200" baseline="0">
                <a:solidFill>
                  <a:schemeClr val="accent1"/>
                </a:solidFill>
                <a:latin typeface="+mn-lt"/>
                <a:ea typeface="+mn-ea"/>
                <a:cs typeface="+mn-cs"/>
              </a:defRPr>
            </a:lvl1pPr>
            <a:lvl2pPr marL="457200" indent="0" algn="l" defTabSz="914400" rtl="0" eaLnBrk="1" latinLnBrk="0" hangingPunct="1">
              <a:lnSpc>
                <a:spcPct val="112000"/>
              </a:lnSpc>
              <a:spcBef>
                <a:spcPts val="900"/>
              </a:spcBef>
              <a:buFont typeface="Corbel" panose="020B0503020204020204" pitchFamily="34" charset="0"/>
              <a:buNone/>
              <a:defRPr sz="2000" kern="1200" baseline="0">
                <a:solidFill>
                  <a:schemeClr val="tx1">
                    <a:tint val="75000"/>
                  </a:schemeClr>
                </a:solidFill>
                <a:latin typeface="+mn-lt"/>
                <a:ea typeface="+mn-ea"/>
                <a:cs typeface="+mn-cs"/>
              </a:defRPr>
            </a:lvl2pPr>
            <a:lvl3pPr marL="914400" indent="0" algn="l" defTabSz="914400" rtl="0" eaLnBrk="1" latinLnBrk="0" hangingPunct="1">
              <a:lnSpc>
                <a:spcPct val="112000"/>
              </a:lnSpc>
              <a:spcBef>
                <a:spcPts val="900"/>
              </a:spcBef>
              <a:buFont typeface="Arial" panose="020B0604020202020204" pitchFamily="34" charset="0"/>
              <a:buNone/>
              <a:defRPr sz="1800" kern="1200" baseline="0">
                <a:solidFill>
                  <a:schemeClr val="tx1">
                    <a:tint val="75000"/>
                  </a:schemeClr>
                </a:solidFill>
                <a:latin typeface="+mn-lt"/>
                <a:ea typeface="+mn-ea"/>
                <a:cs typeface="+mn-cs"/>
              </a:defRPr>
            </a:lvl3pPr>
            <a:lvl4pPr marL="1371600" indent="0" algn="l" defTabSz="914400" rtl="0" eaLnBrk="1" latinLnBrk="0" hangingPunct="1">
              <a:lnSpc>
                <a:spcPct val="112000"/>
              </a:lnSpc>
              <a:spcBef>
                <a:spcPts val="900"/>
              </a:spcBef>
              <a:buFont typeface="Corbel" panose="020B0503020204020204" pitchFamily="34" charset="0"/>
              <a:buNone/>
              <a:defRPr sz="1600" kern="1200" baseline="0">
                <a:solidFill>
                  <a:schemeClr val="tx1">
                    <a:tint val="75000"/>
                  </a:schemeClr>
                </a:solidFill>
                <a:latin typeface="+mn-lt"/>
                <a:ea typeface="+mn-ea"/>
                <a:cs typeface="+mn-cs"/>
              </a:defRPr>
            </a:lvl4pPr>
            <a:lvl5pPr marL="1828800" indent="0" algn="l" defTabSz="914400" rtl="0" eaLnBrk="1" latinLnBrk="0" hangingPunct="1">
              <a:lnSpc>
                <a:spcPct val="112000"/>
              </a:lnSpc>
              <a:spcBef>
                <a:spcPts val="900"/>
              </a:spcBef>
              <a:buFont typeface="Arial" panose="020B0604020202020204" pitchFamily="34" charset="0"/>
              <a:buNone/>
              <a:defRPr sz="1600" i="1" kern="1200" baseline="0">
                <a:solidFill>
                  <a:schemeClr val="tx1">
                    <a:tint val="75000"/>
                  </a:schemeClr>
                </a:solidFill>
                <a:latin typeface="+mn-lt"/>
                <a:ea typeface="+mn-ea"/>
                <a:cs typeface="+mn-cs"/>
              </a:defRPr>
            </a:lvl5pPr>
            <a:lvl6pPr marL="2286000" indent="0" algn="l" defTabSz="914400" rtl="0" eaLnBrk="1" latinLnBrk="0" hangingPunct="1">
              <a:lnSpc>
                <a:spcPct val="112000"/>
              </a:lnSpc>
              <a:spcBef>
                <a:spcPts val="1300"/>
              </a:spcBef>
              <a:buFont typeface="Corbel" panose="020B0503020204020204" pitchFamily="34" charset="0"/>
              <a:buNone/>
              <a:defRPr sz="1600" kern="1200">
                <a:solidFill>
                  <a:schemeClr val="tx1">
                    <a:tint val="75000"/>
                  </a:schemeClr>
                </a:solidFill>
                <a:latin typeface="+mn-lt"/>
                <a:ea typeface="+mn-ea"/>
                <a:cs typeface="+mn-cs"/>
              </a:defRPr>
            </a:lvl6pPr>
            <a:lvl7pPr marL="2743200" indent="0" algn="l" defTabSz="914400" rtl="0" eaLnBrk="1" latinLnBrk="0" hangingPunct="1">
              <a:lnSpc>
                <a:spcPct val="112000"/>
              </a:lnSpc>
              <a:spcBef>
                <a:spcPts val="1300"/>
              </a:spcBef>
              <a:buFont typeface="Arial" panose="020B0604020202020204" pitchFamily="34" charset="0"/>
              <a:buNone/>
              <a:defRPr sz="1600" i="1" kern="1200">
                <a:solidFill>
                  <a:schemeClr val="tx1">
                    <a:tint val="75000"/>
                  </a:schemeClr>
                </a:solidFill>
                <a:latin typeface="+mn-lt"/>
                <a:ea typeface="+mn-ea"/>
                <a:cs typeface="+mn-cs"/>
              </a:defRPr>
            </a:lvl7pPr>
            <a:lvl8pPr marL="3200400" indent="0" algn="l" defTabSz="914400" rtl="0" eaLnBrk="1" latinLnBrk="0" hangingPunct="1">
              <a:lnSpc>
                <a:spcPct val="112000"/>
              </a:lnSpc>
              <a:spcBef>
                <a:spcPts val="1300"/>
              </a:spcBef>
              <a:buFont typeface="Corbel" panose="020B0503020204020204" pitchFamily="34" charset="0"/>
              <a:buNone/>
              <a:defRPr sz="1600" kern="1200">
                <a:solidFill>
                  <a:schemeClr val="tx1">
                    <a:tint val="75000"/>
                  </a:schemeClr>
                </a:solidFill>
                <a:latin typeface="+mn-lt"/>
                <a:ea typeface="+mn-ea"/>
                <a:cs typeface="+mn-cs"/>
              </a:defRPr>
            </a:lvl8pPr>
            <a:lvl9pPr marL="3657600" indent="0" algn="l" defTabSz="914400" rtl="0" eaLnBrk="1" latinLnBrk="0" hangingPunct="1">
              <a:lnSpc>
                <a:spcPct val="112000"/>
              </a:lnSpc>
              <a:spcBef>
                <a:spcPts val="1300"/>
              </a:spcBef>
              <a:buFont typeface="Arial" panose="020B0604020202020204" pitchFamily="34" charset="0"/>
              <a:buNone/>
              <a:defRPr sz="1600" i="1" kern="1200" baseline="0">
                <a:solidFill>
                  <a:schemeClr val="tx1">
                    <a:tint val="75000"/>
                  </a:schemeClr>
                </a:solidFill>
                <a:latin typeface="+mn-lt"/>
                <a:ea typeface="+mn-ea"/>
                <a:cs typeface="+mn-cs"/>
              </a:defRPr>
            </a:lvl9pPr>
          </a:lstStyle>
          <a:p>
            <a:pPr marL="0" marR="0" lvl="0" indent="0" algn="ctr" defTabSz="914400" rtl="0" eaLnBrk="1" fontAlgn="auto" latinLnBrk="0" hangingPunct="1">
              <a:lnSpc>
                <a:spcPct val="113000"/>
              </a:lnSpc>
              <a:spcBef>
                <a:spcPts val="0"/>
              </a:spcBef>
              <a:spcAft>
                <a:spcPts val="0"/>
              </a:spcAft>
              <a:buClrTx/>
              <a:buSzTx/>
              <a:buFont typeface="Arial" panose="020B0604020202020204" pitchFamily="34" charset="0"/>
              <a:buNone/>
              <a:tabLst/>
              <a:defRPr/>
            </a:pPr>
            <a:r>
              <a:rPr kumimoji="0" lang="en-AU" sz="5400" b="1" i="1" u="sng" strike="noStrike" kern="1200" cap="none" spc="0" normalizeH="0" baseline="0" noProof="0" dirty="0">
                <a:ln>
                  <a:noFill/>
                </a:ln>
                <a:solidFill>
                  <a:prstClr val="black"/>
                </a:solidFill>
                <a:effectLst/>
                <a:uLnTx/>
                <a:uFillTx/>
                <a:latin typeface="Corbel" panose="020B0503020204020204"/>
                <a:ea typeface="+mn-ea"/>
                <a:cs typeface="+mn-cs"/>
              </a:rPr>
              <a:t>External Environment</a:t>
            </a:r>
          </a:p>
        </p:txBody>
      </p:sp>
    </p:spTree>
    <p:extLst>
      <p:ext uri="{BB962C8B-B14F-4D97-AF65-F5344CB8AC3E}">
        <p14:creationId xmlns:p14="http://schemas.microsoft.com/office/powerpoint/2010/main" val="2216369418"/>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5" name="Text Placeholder 4"/>
          <p:cNvSpPr>
            <a:spLocks noGrp="1"/>
          </p:cNvSpPr>
          <p:nvPr>
            <p:ph type="body" idx="1"/>
          </p:nvPr>
        </p:nvSpPr>
        <p:spPr>
          <a:xfrm>
            <a:off x="197474" y="2770784"/>
            <a:ext cx="11670935" cy="2715452"/>
          </a:xfrm>
        </p:spPr>
        <p:txBody>
          <a:bodyPr>
            <a:noAutofit/>
          </a:bodyPr>
          <a:lstStyle/>
          <a:p>
            <a:pPr marL="457200" indent="-457200" algn="l">
              <a:lnSpc>
                <a:spcPct val="100000"/>
              </a:lnSpc>
              <a:buClr>
                <a:schemeClr val="accent1"/>
              </a:buClr>
              <a:buFont typeface="Wingdings" panose="05000000000000000000" pitchFamily="2" charset="2"/>
              <a:buChar char="§"/>
            </a:pPr>
            <a:r>
              <a:rPr lang="en-AU" sz="2800" i="0" dirty="0">
                <a:solidFill>
                  <a:schemeClr val="tx1"/>
                </a:solidFill>
              </a:rPr>
              <a:t>Refers to the internal context (Physiological/psychological state) in which the memory was formed</a:t>
            </a:r>
          </a:p>
          <a:p>
            <a:pPr marL="457200" indent="-457200" algn="l">
              <a:lnSpc>
                <a:spcPct val="100000"/>
              </a:lnSpc>
              <a:buClr>
                <a:schemeClr val="accent1"/>
              </a:buClr>
              <a:buFont typeface="Wingdings" panose="05000000000000000000" pitchFamily="2" charset="2"/>
              <a:buChar char="§"/>
            </a:pPr>
            <a:r>
              <a:rPr lang="en-AU" sz="2800" i="0" dirty="0">
                <a:solidFill>
                  <a:schemeClr val="tx1"/>
                </a:solidFill>
              </a:rPr>
              <a:t>Referred to as </a:t>
            </a:r>
            <a:r>
              <a:rPr lang="en-AU" sz="2800" b="1" i="0" dirty="0">
                <a:solidFill>
                  <a:schemeClr val="tx1"/>
                </a:solidFill>
              </a:rPr>
              <a:t>state dependent cues</a:t>
            </a:r>
          </a:p>
          <a:p>
            <a:pPr marL="457200" indent="-457200" algn="l">
              <a:lnSpc>
                <a:spcPct val="100000"/>
              </a:lnSpc>
              <a:buClr>
                <a:schemeClr val="accent1"/>
              </a:buClr>
              <a:buFont typeface="Wingdings" panose="05000000000000000000" pitchFamily="2" charset="2"/>
              <a:buChar char="§"/>
            </a:pPr>
            <a:r>
              <a:rPr lang="en-AU" sz="2800" i="0" dirty="0">
                <a:solidFill>
                  <a:schemeClr val="tx1"/>
                </a:solidFill>
              </a:rPr>
              <a:t>Internal cues include:</a:t>
            </a:r>
          </a:p>
          <a:p>
            <a:pPr marL="914400" lvl="1" indent="-457200">
              <a:lnSpc>
                <a:spcPct val="100000"/>
              </a:lnSpc>
              <a:buClr>
                <a:schemeClr val="accent1"/>
              </a:buClr>
              <a:buFont typeface="Courier New" panose="02070309020205020404" pitchFamily="49" charset="0"/>
              <a:buChar char="o"/>
            </a:pPr>
            <a:r>
              <a:rPr lang="en-AU" sz="2800" dirty="0">
                <a:solidFill>
                  <a:schemeClr val="tx1"/>
                </a:solidFill>
              </a:rPr>
              <a:t>Mood, level of anxiety, medication, intoxication etc.</a:t>
            </a:r>
          </a:p>
          <a:p>
            <a:pPr marL="914400" lvl="1" indent="-457200">
              <a:lnSpc>
                <a:spcPct val="100000"/>
              </a:lnSpc>
              <a:buClr>
                <a:schemeClr val="accent1"/>
              </a:buClr>
              <a:buFont typeface="Courier New" panose="02070309020205020404" pitchFamily="49" charset="0"/>
              <a:buChar char="o"/>
            </a:pPr>
            <a:r>
              <a:rPr lang="en-AU" sz="2800" i="0" dirty="0">
                <a:solidFill>
                  <a:schemeClr val="tx1"/>
                </a:solidFill>
              </a:rPr>
              <a:t>If these same cues are present at the time of retrieval, then it will be easier to remember</a:t>
            </a:r>
          </a:p>
          <a:p>
            <a:pPr marL="457200" indent="-457200" algn="l">
              <a:lnSpc>
                <a:spcPct val="100000"/>
              </a:lnSpc>
              <a:buClr>
                <a:schemeClr val="accent1"/>
              </a:buClr>
              <a:buFont typeface="Wingdings" panose="05000000000000000000" pitchFamily="2" charset="2"/>
              <a:buChar char="§"/>
            </a:pPr>
            <a:r>
              <a:rPr lang="en-AU" sz="2800" i="0" dirty="0">
                <a:solidFill>
                  <a:schemeClr val="tx1"/>
                </a:solidFill>
              </a:rPr>
              <a:t>E.g. learning in a calm classroom vs highly aroused anxious state when sitting an exam</a:t>
            </a:r>
          </a:p>
          <a:p>
            <a:pPr marL="457200" indent="-457200" algn="l">
              <a:lnSpc>
                <a:spcPct val="100000"/>
              </a:lnSpc>
              <a:buClr>
                <a:schemeClr val="accent1"/>
              </a:buClr>
              <a:buFont typeface="Wingdings" panose="05000000000000000000" pitchFamily="2" charset="2"/>
              <a:buChar char="§"/>
            </a:pPr>
            <a:endParaRPr lang="en-AU" sz="2800" i="0" dirty="0">
              <a:solidFill>
                <a:schemeClr val="tx1"/>
              </a:solidFill>
            </a:endParaRPr>
          </a:p>
          <a:p>
            <a:pPr lvl="1">
              <a:buClr>
                <a:schemeClr val="accent1"/>
              </a:buClr>
            </a:pPr>
            <a:endParaRPr lang="en-AU" sz="2400" i="0" dirty="0">
              <a:solidFill>
                <a:schemeClr val="tx1"/>
              </a:solidFill>
            </a:endParaRPr>
          </a:p>
        </p:txBody>
      </p:sp>
      <p:sp>
        <p:nvSpPr>
          <p:cNvPr id="6" name="Text Placeholder 2"/>
          <p:cNvSpPr txBox="1">
            <a:spLocks/>
          </p:cNvSpPr>
          <p:nvPr/>
        </p:nvSpPr>
        <p:spPr>
          <a:xfrm>
            <a:off x="728975" y="420272"/>
            <a:ext cx="10607935" cy="819150"/>
          </a:xfrm>
          <a:prstGeom prst="rect">
            <a:avLst/>
          </a:prstGeom>
        </p:spPr>
        <p:txBody>
          <a:bodyPr vert="horz" lIns="91440" tIns="45720" rIns="91440" bIns="45720" rtlCol="0" anchor="ctr">
            <a:noAutofit/>
          </a:bodyPr>
          <a:lstStyle>
            <a:lvl1pPr marL="0" indent="0" algn="r" defTabSz="914400" rtl="0" eaLnBrk="1" latinLnBrk="0" hangingPunct="1">
              <a:lnSpc>
                <a:spcPct val="113000"/>
              </a:lnSpc>
              <a:spcBef>
                <a:spcPts val="0"/>
              </a:spcBef>
              <a:buFont typeface="Arial" panose="020B0604020202020204" pitchFamily="34" charset="0"/>
              <a:buNone/>
              <a:defRPr sz="2000" b="0" i="1" kern="1200" baseline="0">
                <a:solidFill>
                  <a:schemeClr val="accent1"/>
                </a:solidFill>
                <a:latin typeface="+mn-lt"/>
                <a:ea typeface="+mn-ea"/>
                <a:cs typeface="+mn-cs"/>
              </a:defRPr>
            </a:lvl1pPr>
            <a:lvl2pPr marL="457200" indent="0" algn="l" defTabSz="914400" rtl="0" eaLnBrk="1" latinLnBrk="0" hangingPunct="1">
              <a:lnSpc>
                <a:spcPct val="112000"/>
              </a:lnSpc>
              <a:spcBef>
                <a:spcPts val="900"/>
              </a:spcBef>
              <a:buFont typeface="Corbel" panose="020B0503020204020204" pitchFamily="34" charset="0"/>
              <a:buNone/>
              <a:defRPr sz="2000" kern="1200" baseline="0">
                <a:solidFill>
                  <a:schemeClr val="tx1">
                    <a:tint val="75000"/>
                  </a:schemeClr>
                </a:solidFill>
                <a:latin typeface="+mn-lt"/>
                <a:ea typeface="+mn-ea"/>
                <a:cs typeface="+mn-cs"/>
              </a:defRPr>
            </a:lvl2pPr>
            <a:lvl3pPr marL="914400" indent="0" algn="l" defTabSz="914400" rtl="0" eaLnBrk="1" latinLnBrk="0" hangingPunct="1">
              <a:lnSpc>
                <a:spcPct val="112000"/>
              </a:lnSpc>
              <a:spcBef>
                <a:spcPts val="900"/>
              </a:spcBef>
              <a:buFont typeface="Arial" panose="020B0604020202020204" pitchFamily="34" charset="0"/>
              <a:buNone/>
              <a:defRPr sz="1800" kern="1200" baseline="0">
                <a:solidFill>
                  <a:schemeClr val="tx1">
                    <a:tint val="75000"/>
                  </a:schemeClr>
                </a:solidFill>
                <a:latin typeface="+mn-lt"/>
                <a:ea typeface="+mn-ea"/>
                <a:cs typeface="+mn-cs"/>
              </a:defRPr>
            </a:lvl3pPr>
            <a:lvl4pPr marL="1371600" indent="0" algn="l" defTabSz="914400" rtl="0" eaLnBrk="1" latinLnBrk="0" hangingPunct="1">
              <a:lnSpc>
                <a:spcPct val="112000"/>
              </a:lnSpc>
              <a:spcBef>
                <a:spcPts val="900"/>
              </a:spcBef>
              <a:buFont typeface="Corbel" panose="020B0503020204020204" pitchFamily="34" charset="0"/>
              <a:buNone/>
              <a:defRPr sz="1600" kern="1200" baseline="0">
                <a:solidFill>
                  <a:schemeClr val="tx1">
                    <a:tint val="75000"/>
                  </a:schemeClr>
                </a:solidFill>
                <a:latin typeface="+mn-lt"/>
                <a:ea typeface="+mn-ea"/>
                <a:cs typeface="+mn-cs"/>
              </a:defRPr>
            </a:lvl4pPr>
            <a:lvl5pPr marL="1828800" indent="0" algn="l" defTabSz="914400" rtl="0" eaLnBrk="1" latinLnBrk="0" hangingPunct="1">
              <a:lnSpc>
                <a:spcPct val="112000"/>
              </a:lnSpc>
              <a:spcBef>
                <a:spcPts val="900"/>
              </a:spcBef>
              <a:buFont typeface="Arial" panose="020B0604020202020204" pitchFamily="34" charset="0"/>
              <a:buNone/>
              <a:defRPr sz="1600" i="1" kern="1200" baseline="0">
                <a:solidFill>
                  <a:schemeClr val="tx1">
                    <a:tint val="75000"/>
                  </a:schemeClr>
                </a:solidFill>
                <a:latin typeface="+mn-lt"/>
                <a:ea typeface="+mn-ea"/>
                <a:cs typeface="+mn-cs"/>
              </a:defRPr>
            </a:lvl5pPr>
            <a:lvl6pPr marL="2286000" indent="0" algn="l" defTabSz="914400" rtl="0" eaLnBrk="1" latinLnBrk="0" hangingPunct="1">
              <a:lnSpc>
                <a:spcPct val="112000"/>
              </a:lnSpc>
              <a:spcBef>
                <a:spcPts val="1300"/>
              </a:spcBef>
              <a:buFont typeface="Corbel" panose="020B0503020204020204" pitchFamily="34" charset="0"/>
              <a:buNone/>
              <a:defRPr sz="1600" kern="1200">
                <a:solidFill>
                  <a:schemeClr val="tx1">
                    <a:tint val="75000"/>
                  </a:schemeClr>
                </a:solidFill>
                <a:latin typeface="+mn-lt"/>
                <a:ea typeface="+mn-ea"/>
                <a:cs typeface="+mn-cs"/>
              </a:defRPr>
            </a:lvl6pPr>
            <a:lvl7pPr marL="2743200" indent="0" algn="l" defTabSz="914400" rtl="0" eaLnBrk="1" latinLnBrk="0" hangingPunct="1">
              <a:lnSpc>
                <a:spcPct val="112000"/>
              </a:lnSpc>
              <a:spcBef>
                <a:spcPts val="1300"/>
              </a:spcBef>
              <a:buFont typeface="Arial" panose="020B0604020202020204" pitchFamily="34" charset="0"/>
              <a:buNone/>
              <a:defRPr sz="1600" i="1" kern="1200">
                <a:solidFill>
                  <a:schemeClr val="tx1">
                    <a:tint val="75000"/>
                  </a:schemeClr>
                </a:solidFill>
                <a:latin typeface="+mn-lt"/>
                <a:ea typeface="+mn-ea"/>
                <a:cs typeface="+mn-cs"/>
              </a:defRPr>
            </a:lvl7pPr>
            <a:lvl8pPr marL="3200400" indent="0" algn="l" defTabSz="914400" rtl="0" eaLnBrk="1" latinLnBrk="0" hangingPunct="1">
              <a:lnSpc>
                <a:spcPct val="112000"/>
              </a:lnSpc>
              <a:spcBef>
                <a:spcPts val="1300"/>
              </a:spcBef>
              <a:buFont typeface="Corbel" panose="020B0503020204020204" pitchFamily="34" charset="0"/>
              <a:buNone/>
              <a:defRPr sz="1600" kern="1200">
                <a:solidFill>
                  <a:schemeClr val="tx1">
                    <a:tint val="75000"/>
                  </a:schemeClr>
                </a:solidFill>
                <a:latin typeface="+mn-lt"/>
                <a:ea typeface="+mn-ea"/>
                <a:cs typeface="+mn-cs"/>
              </a:defRPr>
            </a:lvl8pPr>
            <a:lvl9pPr marL="3657600" indent="0" algn="l" defTabSz="914400" rtl="0" eaLnBrk="1" latinLnBrk="0" hangingPunct="1">
              <a:lnSpc>
                <a:spcPct val="112000"/>
              </a:lnSpc>
              <a:spcBef>
                <a:spcPts val="1300"/>
              </a:spcBef>
              <a:buFont typeface="Arial" panose="020B0604020202020204" pitchFamily="34" charset="0"/>
              <a:buNone/>
              <a:defRPr sz="1600" i="1" kern="1200" baseline="0">
                <a:solidFill>
                  <a:schemeClr val="tx1">
                    <a:tint val="75000"/>
                  </a:schemeClr>
                </a:solidFill>
                <a:latin typeface="+mn-lt"/>
                <a:ea typeface="+mn-ea"/>
                <a:cs typeface="+mn-cs"/>
              </a:defRPr>
            </a:lvl9pPr>
          </a:lstStyle>
          <a:p>
            <a:pPr marL="0" marR="0" lvl="0" indent="0" algn="ctr" defTabSz="914400" rtl="0" eaLnBrk="1" fontAlgn="auto" latinLnBrk="0" hangingPunct="1">
              <a:lnSpc>
                <a:spcPct val="113000"/>
              </a:lnSpc>
              <a:spcBef>
                <a:spcPts val="0"/>
              </a:spcBef>
              <a:spcAft>
                <a:spcPts val="0"/>
              </a:spcAft>
              <a:buClrTx/>
              <a:buSzTx/>
              <a:buFont typeface="Arial" panose="020B0604020202020204" pitchFamily="34" charset="0"/>
              <a:buNone/>
              <a:tabLst/>
              <a:defRPr/>
            </a:pPr>
            <a:r>
              <a:rPr kumimoji="0" lang="en-AU" sz="5400" b="1" i="1" u="sng" strike="noStrike" kern="1200" cap="none" spc="0" normalizeH="0" baseline="0" noProof="0" dirty="0">
                <a:ln>
                  <a:noFill/>
                </a:ln>
                <a:solidFill>
                  <a:prstClr val="black"/>
                </a:solidFill>
                <a:effectLst/>
                <a:uLnTx/>
                <a:uFillTx/>
                <a:latin typeface="Corbel" panose="020B0503020204020204"/>
                <a:ea typeface="+mn-ea"/>
                <a:cs typeface="+mn-cs"/>
              </a:rPr>
              <a:t>Internal Environment</a:t>
            </a:r>
          </a:p>
        </p:txBody>
      </p:sp>
    </p:spTree>
    <p:extLst>
      <p:ext uri="{BB962C8B-B14F-4D97-AF65-F5344CB8AC3E}">
        <p14:creationId xmlns:p14="http://schemas.microsoft.com/office/powerpoint/2010/main" val="725926896"/>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5" name="Text Placeholder 4"/>
          <p:cNvSpPr>
            <a:spLocks noGrp="1"/>
          </p:cNvSpPr>
          <p:nvPr>
            <p:ph type="body" idx="1"/>
          </p:nvPr>
        </p:nvSpPr>
        <p:spPr>
          <a:xfrm>
            <a:off x="116057" y="2921096"/>
            <a:ext cx="11833769" cy="2715452"/>
          </a:xfrm>
        </p:spPr>
        <p:txBody>
          <a:bodyPr>
            <a:noAutofit/>
          </a:bodyPr>
          <a:lstStyle/>
          <a:p>
            <a:pPr marL="457200" indent="-457200" algn="l">
              <a:lnSpc>
                <a:spcPct val="100000"/>
              </a:lnSpc>
              <a:buClr>
                <a:schemeClr val="accent1"/>
              </a:buClr>
              <a:buFont typeface="Wingdings" panose="05000000000000000000" pitchFamily="2" charset="2"/>
              <a:buChar char="§"/>
            </a:pPr>
            <a:r>
              <a:rPr lang="en-AU" sz="2800" i="0" dirty="0">
                <a:solidFill>
                  <a:schemeClr val="tx1"/>
                </a:solidFill>
              </a:rPr>
              <a:t>Helps to explain occasions where we think we have forgotten something, but in reality it was never properly encoded</a:t>
            </a:r>
          </a:p>
          <a:p>
            <a:pPr algn="l">
              <a:lnSpc>
                <a:spcPct val="100000"/>
              </a:lnSpc>
              <a:buClr>
                <a:schemeClr val="accent1"/>
              </a:buClr>
            </a:pPr>
            <a:endParaRPr lang="en-AU" sz="2800" i="0" dirty="0">
              <a:solidFill>
                <a:schemeClr val="tx1"/>
              </a:solidFill>
            </a:endParaRPr>
          </a:p>
          <a:p>
            <a:pPr marL="457200" indent="-457200" algn="l">
              <a:lnSpc>
                <a:spcPct val="100000"/>
              </a:lnSpc>
              <a:buClr>
                <a:schemeClr val="accent1"/>
              </a:buClr>
              <a:buFont typeface="Wingdings" panose="05000000000000000000" pitchFamily="2" charset="2"/>
              <a:buChar char="§"/>
            </a:pPr>
            <a:r>
              <a:rPr lang="en-AU" sz="2800" i="0" dirty="0">
                <a:solidFill>
                  <a:schemeClr val="tx1"/>
                </a:solidFill>
              </a:rPr>
              <a:t>Example are:</a:t>
            </a:r>
          </a:p>
          <a:p>
            <a:pPr marL="914400" lvl="1" indent="-457200">
              <a:lnSpc>
                <a:spcPct val="100000"/>
              </a:lnSpc>
              <a:buClr>
                <a:schemeClr val="accent1"/>
              </a:buClr>
              <a:buFont typeface="Courier New" panose="02070309020205020404" pitchFamily="49" charset="0"/>
              <a:buChar char="o"/>
            </a:pPr>
            <a:r>
              <a:rPr lang="en-AU" sz="2800" b="1" dirty="0">
                <a:solidFill>
                  <a:schemeClr val="tx1"/>
                </a:solidFill>
              </a:rPr>
              <a:t>Pseudo forgetting: </a:t>
            </a:r>
            <a:r>
              <a:rPr lang="en-AU" sz="2800" dirty="0">
                <a:solidFill>
                  <a:schemeClr val="tx1"/>
                </a:solidFill>
              </a:rPr>
              <a:t>when you think there is a memory you have forgotten but the memory was never stored – generally caused by lack of attention</a:t>
            </a:r>
          </a:p>
          <a:p>
            <a:pPr marL="914400" lvl="1" indent="-457200">
              <a:lnSpc>
                <a:spcPct val="100000"/>
              </a:lnSpc>
              <a:buClr>
                <a:schemeClr val="accent1"/>
              </a:buClr>
              <a:buFont typeface="Courier New" panose="02070309020205020404" pitchFamily="49" charset="0"/>
              <a:buChar char="o"/>
            </a:pPr>
            <a:r>
              <a:rPr lang="en-AU" sz="2800" b="1" i="0" dirty="0">
                <a:solidFill>
                  <a:schemeClr val="tx1"/>
                </a:solidFill>
              </a:rPr>
              <a:t>Disruption to consolidation: </a:t>
            </a:r>
            <a:r>
              <a:rPr lang="en-AU" sz="2800" i="0" dirty="0">
                <a:solidFill>
                  <a:schemeClr val="tx1"/>
                </a:solidFill>
              </a:rPr>
              <a:t>consolidation is where the brain creates a permanent record of a memory, if this process is disrupted then the information will not be readily remembered</a:t>
            </a:r>
          </a:p>
          <a:p>
            <a:pPr marL="457200" indent="-457200" algn="l">
              <a:lnSpc>
                <a:spcPct val="100000"/>
              </a:lnSpc>
              <a:buClr>
                <a:schemeClr val="accent1"/>
              </a:buClr>
              <a:buFont typeface="Wingdings" panose="05000000000000000000" pitchFamily="2" charset="2"/>
              <a:buChar char="§"/>
            </a:pPr>
            <a:endParaRPr lang="en-AU" sz="2800" i="0" dirty="0">
              <a:solidFill>
                <a:schemeClr val="tx1"/>
              </a:solidFill>
            </a:endParaRPr>
          </a:p>
          <a:p>
            <a:pPr marL="457200" indent="-457200" algn="l">
              <a:lnSpc>
                <a:spcPct val="100000"/>
              </a:lnSpc>
              <a:buClr>
                <a:schemeClr val="accent1"/>
              </a:buClr>
              <a:buFont typeface="Wingdings" panose="05000000000000000000" pitchFamily="2" charset="2"/>
              <a:buChar char="§"/>
            </a:pPr>
            <a:endParaRPr lang="en-AU" sz="2800" i="0" dirty="0">
              <a:solidFill>
                <a:schemeClr val="tx1"/>
              </a:solidFill>
            </a:endParaRPr>
          </a:p>
          <a:p>
            <a:pPr lvl="1">
              <a:buClr>
                <a:schemeClr val="accent1"/>
              </a:buClr>
            </a:pPr>
            <a:endParaRPr lang="en-AU" sz="2400" i="0" dirty="0">
              <a:solidFill>
                <a:schemeClr val="tx1"/>
              </a:solidFill>
            </a:endParaRPr>
          </a:p>
        </p:txBody>
      </p:sp>
      <p:sp>
        <p:nvSpPr>
          <p:cNvPr id="6" name="Text Placeholder 2"/>
          <p:cNvSpPr txBox="1">
            <a:spLocks/>
          </p:cNvSpPr>
          <p:nvPr/>
        </p:nvSpPr>
        <p:spPr>
          <a:xfrm>
            <a:off x="728975" y="420272"/>
            <a:ext cx="10607935" cy="819150"/>
          </a:xfrm>
          <a:prstGeom prst="rect">
            <a:avLst/>
          </a:prstGeom>
        </p:spPr>
        <p:txBody>
          <a:bodyPr vert="horz" lIns="91440" tIns="45720" rIns="91440" bIns="45720" rtlCol="0" anchor="ctr">
            <a:noAutofit/>
          </a:bodyPr>
          <a:lstStyle>
            <a:lvl1pPr marL="0" indent="0" algn="r" defTabSz="914400" rtl="0" eaLnBrk="1" latinLnBrk="0" hangingPunct="1">
              <a:lnSpc>
                <a:spcPct val="113000"/>
              </a:lnSpc>
              <a:spcBef>
                <a:spcPts val="0"/>
              </a:spcBef>
              <a:buFont typeface="Arial" panose="020B0604020202020204" pitchFamily="34" charset="0"/>
              <a:buNone/>
              <a:defRPr sz="2000" b="0" i="1" kern="1200" baseline="0">
                <a:solidFill>
                  <a:schemeClr val="accent1"/>
                </a:solidFill>
                <a:latin typeface="+mn-lt"/>
                <a:ea typeface="+mn-ea"/>
                <a:cs typeface="+mn-cs"/>
              </a:defRPr>
            </a:lvl1pPr>
            <a:lvl2pPr marL="457200" indent="0" algn="l" defTabSz="914400" rtl="0" eaLnBrk="1" latinLnBrk="0" hangingPunct="1">
              <a:lnSpc>
                <a:spcPct val="112000"/>
              </a:lnSpc>
              <a:spcBef>
                <a:spcPts val="900"/>
              </a:spcBef>
              <a:buFont typeface="Corbel" panose="020B0503020204020204" pitchFamily="34" charset="0"/>
              <a:buNone/>
              <a:defRPr sz="2000" kern="1200" baseline="0">
                <a:solidFill>
                  <a:schemeClr val="tx1">
                    <a:tint val="75000"/>
                  </a:schemeClr>
                </a:solidFill>
                <a:latin typeface="+mn-lt"/>
                <a:ea typeface="+mn-ea"/>
                <a:cs typeface="+mn-cs"/>
              </a:defRPr>
            </a:lvl2pPr>
            <a:lvl3pPr marL="914400" indent="0" algn="l" defTabSz="914400" rtl="0" eaLnBrk="1" latinLnBrk="0" hangingPunct="1">
              <a:lnSpc>
                <a:spcPct val="112000"/>
              </a:lnSpc>
              <a:spcBef>
                <a:spcPts val="900"/>
              </a:spcBef>
              <a:buFont typeface="Arial" panose="020B0604020202020204" pitchFamily="34" charset="0"/>
              <a:buNone/>
              <a:defRPr sz="1800" kern="1200" baseline="0">
                <a:solidFill>
                  <a:schemeClr val="tx1">
                    <a:tint val="75000"/>
                  </a:schemeClr>
                </a:solidFill>
                <a:latin typeface="+mn-lt"/>
                <a:ea typeface="+mn-ea"/>
                <a:cs typeface="+mn-cs"/>
              </a:defRPr>
            </a:lvl3pPr>
            <a:lvl4pPr marL="1371600" indent="0" algn="l" defTabSz="914400" rtl="0" eaLnBrk="1" latinLnBrk="0" hangingPunct="1">
              <a:lnSpc>
                <a:spcPct val="112000"/>
              </a:lnSpc>
              <a:spcBef>
                <a:spcPts val="900"/>
              </a:spcBef>
              <a:buFont typeface="Corbel" panose="020B0503020204020204" pitchFamily="34" charset="0"/>
              <a:buNone/>
              <a:defRPr sz="1600" kern="1200" baseline="0">
                <a:solidFill>
                  <a:schemeClr val="tx1">
                    <a:tint val="75000"/>
                  </a:schemeClr>
                </a:solidFill>
                <a:latin typeface="+mn-lt"/>
                <a:ea typeface="+mn-ea"/>
                <a:cs typeface="+mn-cs"/>
              </a:defRPr>
            </a:lvl4pPr>
            <a:lvl5pPr marL="1828800" indent="0" algn="l" defTabSz="914400" rtl="0" eaLnBrk="1" latinLnBrk="0" hangingPunct="1">
              <a:lnSpc>
                <a:spcPct val="112000"/>
              </a:lnSpc>
              <a:spcBef>
                <a:spcPts val="900"/>
              </a:spcBef>
              <a:buFont typeface="Arial" panose="020B0604020202020204" pitchFamily="34" charset="0"/>
              <a:buNone/>
              <a:defRPr sz="1600" i="1" kern="1200" baseline="0">
                <a:solidFill>
                  <a:schemeClr val="tx1">
                    <a:tint val="75000"/>
                  </a:schemeClr>
                </a:solidFill>
                <a:latin typeface="+mn-lt"/>
                <a:ea typeface="+mn-ea"/>
                <a:cs typeface="+mn-cs"/>
              </a:defRPr>
            </a:lvl5pPr>
            <a:lvl6pPr marL="2286000" indent="0" algn="l" defTabSz="914400" rtl="0" eaLnBrk="1" latinLnBrk="0" hangingPunct="1">
              <a:lnSpc>
                <a:spcPct val="112000"/>
              </a:lnSpc>
              <a:spcBef>
                <a:spcPts val="1300"/>
              </a:spcBef>
              <a:buFont typeface="Corbel" panose="020B0503020204020204" pitchFamily="34" charset="0"/>
              <a:buNone/>
              <a:defRPr sz="1600" kern="1200">
                <a:solidFill>
                  <a:schemeClr val="tx1">
                    <a:tint val="75000"/>
                  </a:schemeClr>
                </a:solidFill>
                <a:latin typeface="+mn-lt"/>
                <a:ea typeface="+mn-ea"/>
                <a:cs typeface="+mn-cs"/>
              </a:defRPr>
            </a:lvl6pPr>
            <a:lvl7pPr marL="2743200" indent="0" algn="l" defTabSz="914400" rtl="0" eaLnBrk="1" latinLnBrk="0" hangingPunct="1">
              <a:lnSpc>
                <a:spcPct val="112000"/>
              </a:lnSpc>
              <a:spcBef>
                <a:spcPts val="1300"/>
              </a:spcBef>
              <a:buFont typeface="Arial" panose="020B0604020202020204" pitchFamily="34" charset="0"/>
              <a:buNone/>
              <a:defRPr sz="1600" i="1" kern="1200">
                <a:solidFill>
                  <a:schemeClr val="tx1">
                    <a:tint val="75000"/>
                  </a:schemeClr>
                </a:solidFill>
                <a:latin typeface="+mn-lt"/>
                <a:ea typeface="+mn-ea"/>
                <a:cs typeface="+mn-cs"/>
              </a:defRPr>
            </a:lvl7pPr>
            <a:lvl8pPr marL="3200400" indent="0" algn="l" defTabSz="914400" rtl="0" eaLnBrk="1" latinLnBrk="0" hangingPunct="1">
              <a:lnSpc>
                <a:spcPct val="112000"/>
              </a:lnSpc>
              <a:spcBef>
                <a:spcPts val="1300"/>
              </a:spcBef>
              <a:buFont typeface="Corbel" panose="020B0503020204020204" pitchFamily="34" charset="0"/>
              <a:buNone/>
              <a:defRPr sz="1600" kern="1200">
                <a:solidFill>
                  <a:schemeClr val="tx1">
                    <a:tint val="75000"/>
                  </a:schemeClr>
                </a:solidFill>
                <a:latin typeface="+mn-lt"/>
                <a:ea typeface="+mn-ea"/>
                <a:cs typeface="+mn-cs"/>
              </a:defRPr>
            </a:lvl8pPr>
            <a:lvl9pPr marL="3657600" indent="0" algn="l" defTabSz="914400" rtl="0" eaLnBrk="1" latinLnBrk="0" hangingPunct="1">
              <a:lnSpc>
                <a:spcPct val="112000"/>
              </a:lnSpc>
              <a:spcBef>
                <a:spcPts val="1300"/>
              </a:spcBef>
              <a:buFont typeface="Arial" panose="020B0604020202020204" pitchFamily="34" charset="0"/>
              <a:buNone/>
              <a:defRPr sz="1600" i="1" kern="1200" baseline="0">
                <a:solidFill>
                  <a:schemeClr val="tx1">
                    <a:tint val="75000"/>
                  </a:schemeClr>
                </a:solidFill>
                <a:latin typeface="+mn-lt"/>
                <a:ea typeface="+mn-ea"/>
                <a:cs typeface="+mn-cs"/>
              </a:defRPr>
            </a:lvl9pPr>
          </a:lstStyle>
          <a:p>
            <a:pPr marL="0" marR="0" lvl="0" indent="0" algn="ctr" defTabSz="914400" rtl="0" eaLnBrk="1" fontAlgn="auto" latinLnBrk="0" hangingPunct="1">
              <a:lnSpc>
                <a:spcPct val="113000"/>
              </a:lnSpc>
              <a:spcBef>
                <a:spcPts val="0"/>
              </a:spcBef>
              <a:spcAft>
                <a:spcPts val="0"/>
              </a:spcAft>
              <a:buClrTx/>
              <a:buSzTx/>
              <a:buFont typeface="Arial" panose="020B0604020202020204" pitchFamily="34" charset="0"/>
              <a:buNone/>
              <a:tabLst/>
              <a:defRPr/>
            </a:pPr>
            <a:r>
              <a:rPr kumimoji="0" lang="en-AU" sz="5400" b="1" i="1" u="sng" strike="noStrike" kern="1200" cap="none" spc="0" normalizeH="0" baseline="0" noProof="0" dirty="0">
                <a:ln>
                  <a:noFill/>
                </a:ln>
                <a:solidFill>
                  <a:prstClr val="black"/>
                </a:solidFill>
                <a:effectLst/>
                <a:uLnTx/>
                <a:uFillTx/>
                <a:latin typeface="Corbel" panose="020B0503020204020204"/>
                <a:ea typeface="+mn-ea"/>
                <a:cs typeface="+mn-cs"/>
              </a:rPr>
              <a:t>Ineffective encoding</a:t>
            </a:r>
          </a:p>
        </p:txBody>
      </p:sp>
    </p:spTree>
    <p:extLst>
      <p:ext uri="{BB962C8B-B14F-4D97-AF65-F5344CB8AC3E}">
        <p14:creationId xmlns:p14="http://schemas.microsoft.com/office/powerpoint/2010/main" val="864190330"/>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5" name="Text Placeholder 4"/>
          <p:cNvSpPr>
            <a:spLocks noGrp="1"/>
          </p:cNvSpPr>
          <p:nvPr>
            <p:ph type="body" idx="1"/>
          </p:nvPr>
        </p:nvSpPr>
        <p:spPr>
          <a:xfrm>
            <a:off x="116055" y="3121513"/>
            <a:ext cx="11833769" cy="2715452"/>
          </a:xfrm>
        </p:spPr>
        <p:txBody>
          <a:bodyPr>
            <a:noAutofit/>
          </a:bodyPr>
          <a:lstStyle/>
          <a:p>
            <a:pPr marL="457200" indent="-457200" algn="l">
              <a:lnSpc>
                <a:spcPct val="100000"/>
              </a:lnSpc>
              <a:buClr>
                <a:schemeClr val="accent1"/>
              </a:buClr>
              <a:buFont typeface="Wingdings" panose="05000000000000000000" pitchFamily="2" charset="2"/>
              <a:buChar char="§"/>
            </a:pPr>
            <a:r>
              <a:rPr lang="en-AU" sz="2800" i="0" dirty="0">
                <a:solidFill>
                  <a:schemeClr val="tx1"/>
                </a:solidFill>
              </a:rPr>
              <a:t>Proposed by </a:t>
            </a:r>
            <a:r>
              <a:rPr lang="en-AU" sz="2800" i="0" dirty="0" err="1">
                <a:solidFill>
                  <a:schemeClr val="tx1"/>
                </a:solidFill>
              </a:rPr>
              <a:t>Tulving</a:t>
            </a:r>
            <a:r>
              <a:rPr lang="en-AU" sz="2800" i="0" dirty="0">
                <a:solidFill>
                  <a:schemeClr val="tx1"/>
                </a:solidFill>
              </a:rPr>
              <a:t> and Thomson (1973) – </a:t>
            </a:r>
          </a:p>
          <a:p>
            <a:pPr marL="914400" lvl="1" indent="-457200">
              <a:lnSpc>
                <a:spcPct val="100000"/>
              </a:lnSpc>
              <a:buClr>
                <a:schemeClr val="accent1"/>
              </a:buClr>
              <a:buFont typeface="Courier New" panose="02070309020205020404" pitchFamily="49" charset="0"/>
              <a:buChar char="o"/>
            </a:pPr>
            <a:r>
              <a:rPr lang="en-AU" sz="2800" i="0" dirty="0">
                <a:solidFill>
                  <a:schemeClr val="tx1"/>
                </a:solidFill>
              </a:rPr>
              <a:t>Suggests the inability to retrieve material is due to an absence of the right cues or failure to use the correct cues</a:t>
            </a:r>
          </a:p>
          <a:p>
            <a:pPr marL="914400" lvl="1" indent="-457200">
              <a:lnSpc>
                <a:spcPct val="100000"/>
              </a:lnSpc>
              <a:buClr>
                <a:schemeClr val="accent1"/>
              </a:buClr>
              <a:buFont typeface="Courier New" panose="02070309020205020404" pitchFamily="49" charset="0"/>
              <a:buChar char="o"/>
            </a:pPr>
            <a:r>
              <a:rPr lang="en-AU" sz="2800" dirty="0">
                <a:solidFill>
                  <a:schemeClr val="tx1"/>
                </a:solidFill>
              </a:rPr>
              <a:t>In other words the memory is there but not accessible</a:t>
            </a:r>
            <a:endParaRPr lang="en-AU" sz="2800" i="0" dirty="0">
              <a:solidFill>
                <a:schemeClr val="tx1"/>
              </a:solidFill>
            </a:endParaRPr>
          </a:p>
          <a:p>
            <a:pPr marL="457200" indent="-457200" algn="l">
              <a:lnSpc>
                <a:spcPct val="100000"/>
              </a:lnSpc>
              <a:buClr>
                <a:schemeClr val="accent1"/>
              </a:buClr>
              <a:buFont typeface="Wingdings" panose="05000000000000000000" pitchFamily="2" charset="2"/>
              <a:buChar char="§"/>
            </a:pPr>
            <a:r>
              <a:rPr lang="en-AU" sz="2800" i="0" dirty="0">
                <a:solidFill>
                  <a:schemeClr val="tx1"/>
                </a:solidFill>
              </a:rPr>
              <a:t>Sometimes called </a:t>
            </a:r>
            <a:r>
              <a:rPr lang="en-AU" sz="2800" b="1" i="0" dirty="0">
                <a:solidFill>
                  <a:schemeClr val="tx1"/>
                </a:solidFill>
              </a:rPr>
              <a:t>cue – dependent forgetting </a:t>
            </a:r>
          </a:p>
          <a:p>
            <a:pPr marL="457200" indent="-457200" algn="l">
              <a:lnSpc>
                <a:spcPct val="100000"/>
              </a:lnSpc>
              <a:buClr>
                <a:schemeClr val="accent1"/>
              </a:buClr>
              <a:buFont typeface="Wingdings" panose="05000000000000000000" pitchFamily="2" charset="2"/>
              <a:buChar char="§"/>
            </a:pPr>
            <a:r>
              <a:rPr lang="en-AU" sz="2800" i="0" dirty="0">
                <a:solidFill>
                  <a:schemeClr val="tx1"/>
                </a:solidFill>
              </a:rPr>
              <a:t>Retrieval cues can be anything associated with encoding the memory</a:t>
            </a:r>
          </a:p>
          <a:p>
            <a:pPr marL="914400" lvl="1" indent="-457200">
              <a:lnSpc>
                <a:spcPct val="100000"/>
              </a:lnSpc>
              <a:buClr>
                <a:schemeClr val="accent1"/>
              </a:buClr>
              <a:buFont typeface="Courier New" panose="02070309020205020404" pitchFamily="49" charset="0"/>
              <a:buChar char="o"/>
            </a:pPr>
            <a:r>
              <a:rPr lang="en-AU" sz="2800" dirty="0">
                <a:solidFill>
                  <a:schemeClr val="tx1"/>
                </a:solidFill>
              </a:rPr>
              <a:t>Environmental, internal, verbal, physical </a:t>
            </a:r>
            <a:r>
              <a:rPr lang="en-AU" sz="2800" dirty="0" err="1">
                <a:solidFill>
                  <a:schemeClr val="tx1"/>
                </a:solidFill>
              </a:rPr>
              <a:t>etc</a:t>
            </a:r>
            <a:endParaRPr lang="en-AU" sz="2800" dirty="0">
              <a:solidFill>
                <a:schemeClr val="tx1"/>
              </a:solidFill>
            </a:endParaRPr>
          </a:p>
          <a:p>
            <a:pPr marL="914400" lvl="1" indent="-457200">
              <a:lnSpc>
                <a:spcPct val="100000"/>
              </a:lnSpc>
              <a:buClr>
                <a:schemeClr val="accent1"/>
              </a:buClr>
              <a:buFont typeface="Courier New" panose="02070309020205020404" pitchFamily="49" charset="0"/>
              <a:buChar char="o"/>
            </a:pPr>
            <a:r>
              <a:rPr lang="en-AU" sz="2800" dirty="0">
                <a:solidFill>
                  <a:schemeClr val="tx1"/>
                </a:solidFill>
              </a:rPr>
              <a:t>A good retrieval cue is as similar as possible to the original encoding of the information - </a:t>
            </a:r>
            <a:r>
              <a:rPr lang="en-AU" sz="2800" i="1" dirty="0">
                <a:solidFill>
                  <a:schemeClr val="tx1"/>
                </a:solidFill>
              </a:rPr>
              <a:t>i.e. If emphasis was placed on a particular sound that same emphasis should be present at retrieval</a:t>
            </a:r>
          </a:p>
          <a:p>
            <a:pPr marL="457200" indent="-457200" algn="l">
              <a:lnSpc>
                <a:spcPct val="100000"/>
              </a:lnSpc>
              <a:buClr>
                <a:schemeClr val="accent1"/>
              </a:buClr>
              <a:buFont typeface="Wingdings" panose="05000000000000000000" pitchFamily="2" charset="2"/>
              <a:buChar char="§"/>
            </a:pPr>
            <a:endParaRPr lang="en-AU" sz="2800" b="1" i="0" dirty="0">
              <a:solidFill>
                <a:schemeClr val="tx1"/>
              </a:solidFill>
            </a:endParaRPr>
          </a:p>
          <a:p>
            <a:pPr marL="457200" indent="-457200" algn="l">
              <a:lnSpc>
                <a:spcPct val="100000"/>
              </a:lnSpc>
              <a:buClr>
                <a:schemeClr val="accent1"/>
              </a:buClr>
              <a:buFont typeface="Wingdings" panose="05000000000000000000" pitchFamily="2" charset="2"/>
              <a:buChar char="§"/>
            </a:pPr>
            <a:endParaRPr lang="en-AU" sz="2800" i="0" dirty="0">
              <a:solidFill>
                <a:schemeClr val="tx1"/>
              </a:solidFill>
            </a:endParaRPr>
          </a:p>
          <a:p>
            <a:pPr marL="457200" indent="-457200" algn="l">
              <a:lnSpc>
                <a:spcPct val="100000"/>
              </a:lnSpc>
              <a:buClr>
                <a:schemeClr val="accent1"/>
              </a:buClr>
              <a:buFont typeface="Wingdings" panose="05000000000000000000" pitchFamily="2" charset="2"/>
              <a:buChar char="§"/>
            </a:pPr>
            <a:endParaRPr lang="en-AU" sz="2800" i="0" dirty="0">
              <a:solidFill>
                <a:schemeClr val="tx1"/>
              </a:solidFill>
            </a:endParaRPr>
          </a:p>
          <a:p>
            <a:pPr lvl="1">
              <a:buClr>
                <a:schemeClr val="accent1"/>
              </a:buClr>
            </a:pPr>
            <a:endParaRPr lang="en-AU" sz="2400" i="0" dirty="0">
              <a:solidFill>
                <a:schemeClr val="tx1"/>
              </a:solidFill>
            </a:endParaRPr>
          </a:p>
        </p:txBody>
      </p:sp>
      <p:sp>
        <p:nvSpPr>
          <p:cNvPr id="6" name="Text Placeholder 2"/>
          <p:cNvSpPr txBox="1">
            <a:spLocks/>
          </p:cNvSpPr>
          <p:nvPr/>
        </p:nvSpPr>
        <p:spPr>
          <a:xfrm>
            <a:off x="728973" y="320064"/>
            <a:ext cx="10607935" cy="819150"/>
          </a:xfrm>
          <a:prstGeom prst="rect">
            <a:avLst/>
          </a:prstGeom>
        </p:spPr>
        <p:txBody>
          <a:bodyPr vert="horz" lIns="91440" tIns="45720" rIns="91440" bIns="45720" rtlCol="0" anchor="ctr">
            <a:noAutofit/>
          </a:bodyPr>
          <a:lstStyle>
            <a:lvl1pPr marL="0" indent="0" algn="r" defTabSz="914400" rtl="0" eaLnBrk="1" latinLnBrk="0" hangingPunct="1">
              <a:lnSpc>
                <a:spcPct val="113000"/>
              </a:lnSpc>
              <a:spcBef>
                <a:spcPts val="0"/>
              </a:spcBef>
              <a:buFont typeface="Arial" panose="020B0604020202020204" pitchFamily="34" charset="0"/>
              <a:buNone/>
              <a:defRPr sz="2000" b="0" i="1" kern="1200" baseline="0">
                <a:solidFill>
                  <a:schemeClr val="accent1"/>
                </a:solidFill>
                <a:latin typeface="+mn-lt"/>
                <a:ea typeface="+mn-ea"/>
                <a:cs typeface="+mn-cs"/>
              </a:defRPr>
            </a:lvl1pPr>
            <a:lvl2pPr marL="457200" indent="0" algn="l" defTabSz="914400" rtl="0" eaLnBrk="1" latinLnBrk="0" hangingPunct="1">
              <a:lnSpc>
                <a:spcPct val="112000"/>
              </a:lnSpc>
              <a:spcBef>
                <a:spcPts val="900"/>
              </a:spcBef>
              <a:buFont typeface="Corbel" panose="020B0503020204020204" pitchFamily="34" charset="0"/>
              <a:buNone/>
              <a:defRPr sz="2000" kern="1200" baseline="0">
                <a:solidFill>
                  <a:schemeClr val="tx1">
                    <a:tint val="75000"/>
                  </a:schemeClr>
                </a:solidFill>
                <a:latin typeface="+mn-lt"/>
                <a:ea typeface="+mn-ea"/>
                <a:cs typeface="+mn-cs"/>
              </a:defRPr>
            </a:lvl2pPr>
            <a:lvl3pPr marL="914400" indent="0" algn="l" defTabSz="914400" rtl="0" eaLnBrk="1" latinLnBrk="0" hangingPunct="1">
              <a:lnSpc>
                <a:spcPct val="112000"/>
              </a:lnSpc>
              <a:spcBef>
                <a:spcPts val="900"/>
              </a:spcBef>
              <a:buFont typeface="Arial" panose="020B0604020202020204" pitchFamily="34" charset="0"/>
              <a:buNone/>
              <a:defRPr sz="1800" kern="1200" baseline="0">
                <a:solidFill>
                  <a:schemeClr val="tx1">
                    <a:tint val="75000"/>
                  </a:schemeClr>
                </a:solidFill>
                <a:latin typeface="+mn-lt"/>
                <a:ea typeface="+mn-ea"/>
                <a:cs typeface="+mn-cs"/>
              </a:defRPr>
            </a:lvl3pPr>
            <a:lvl4pPr marL="1371600" indent="0" algn="l" defTabSz="914400" rtl="0" eaLnBrk="1" latinLnBrk="0" hangingPunct="1">
              <a:lnSpc>
                <a:spcPct val="112000"/>
              </a:lnSpc>
              <a:spcBef>
                <a:spcPts val="900"/>
              </a:spcBef>
              <a:buFont typeface="Corbel" panose="020B0503020204020204" pitchFamily="34" charset="0"/>
              <a:buNone/>
              <a:defRPr sz="1600" kern="1200" baseline="0">
                <a:solidFill>
                  <a:schemeClr val="tx1">
                    <a:tint val="75000"/>
                  </a:schemeClr>
                </a:solidFill>
                <a:latin typeface="+mn-lt"/>
                <a:ea typeface="+mn-ea"/>
                <a:cs typeface="+mn-cs"/>
              </a:defRPr>
            </a:lvl4pPr>
            <a:lvl5pPr marL="1828800" indent="0" algn="l" defTabSz="914400" rtl="0" eaLnBrk="1" latinLnBrk="0" hangingPunct="1">
              <a:lnSpc>
                <a:spcPct val="112000"/>
              </a:lnSpc>
              <a:spcBef>
                <a:spcPts val="900"/>
              </a:spcBef>
              <a:buFont typeface="Arial" panose="020B0604020202020204" pitchFamily="34" charset="0"/>
              <a:buNone/>
              <a:defRPr sz="1600" i="1" kern="1200" baseline="0">
                <a:solidFill>
                  <a:schemeClr val="tx1">
                    <a:tint val="75000"/>
                  </a:schemeClr>
                </a:solidFill>
                <a:latin typeface="+mn-lt"/>
                <a:ea typeface="+mn-ea"/>
                <a:cs typeface="+mn-cs"/>
              </a:defRPr>
            </a:lvl5pPr>
            <a:lvl6pPr marL="2286000" indent="0" algn="l" defTabSz="914400" rtl="0" eaLnBrk="1" latinLnBrk="0" hangingPunct="1">
              <a:lnSpc>
                <a:spcPct val="112000"/>
              </a:lnSpc>
              <a:spcBef>
                <a:spcPts val="1300"/>
              </a:spcBef>
              <a:buFont typeface="Corbel" panose="020B0503020204020204" pitchFamily="34" charset="0"/>
              <a:buNone/>
              <a:defRPr sz="1600" kern="1200">
                <a:solidFill>
                  <a:schemeClr val="tx1">
                    <a:tint val="75000"/>
                  </a:schemeClr>
                </a:solidFill>
                <a:latin typeface="+mn-lt"/>
                <a:ea typeface="+mn-ea"/>
                <a:cs typeface="+mn-cs"/>
              </a:defRPr>
            </a:lvl6pPr>
            <a:lvl7pPr marL="2743200" indent="0" algn="l" defTabSz="914400" rtl="0" eaLnBrk="1" latinLnBrk="0" hangingPunct="1">
              <a:lnSpc>
                <a:spcPct val="112000"/>
              </a:lnSpc>
              <a:spcBef>
                <a:spcPts val="1300"/>
              </a:spcBef>
              <a:buFont typeface="Arial" panose="020B0604020202020204" pitchFamily="34" charset="0"/>
              <a:buNone/>
              <a:defRPr sz="1600" i="1" kern="1200">
                <a:solidFill>
                  <a:schemeClr val="tx1">
                    <a:tint val="75000"/>
                  </a:schemeClr>
                </a:solidFill>
                <a:latin typeface="+mn-lt"/>
                <a:ea typeface="+mn-ea"/>
                <a:cs typeface="+mn-cs"/>
              </a:defRPr>
            </a:lvl7pPr>
            <a:lvl8pPr marL="3200400" indent="0" algn="l" defTabSz="914400" rtl="0" eaLnBrk="1" latinLnBrk="0" hangingPunct="1">
              <a:lnSpc>
                <a:spcPct val="112000"/>
              </a:lnSpc>
              <a:spcBef>
                <a:spcPts val="1300"/>
              </a:spcBef>
              <a:buFont typeface="Corbel" panose="020B0503020204020204" pitchFamily="34" charset="0"/>
              <a:buNone/>
              <a:defRPr sz="1600" kern="1200">
                <a:solidFill>
                  <a:schemeClr val="tx1">
                    <a:tint val="75000"/>
                  </a:schemeClr>
                </a:solidFill>
                <a:latin typeface="+mn-lt"/>
                <a:ea typeface="+mn-ea"/>
                <a:cs typeface="+mn-cs"/>
              </a:defRPr>
            </a:lvl8pPr>
            <a:lvl9pPr marL="3657600" indent="0" algn="l" defTabSz="914400" rtl="0" eaLnBrk="1" latinLnBrk="0" hangingPunct="1">
              <a:lnSpc>
                <a:spcPct val="112000"/>
              </a:lnSpc>
              <a:spcBef>
                <a:spcPts val="1300"/>
              </a:spcBef>
              <a:buFont typeface="Arial" panose="020B0604020202020204" pitchFamily="34" charset="0"/>
              <a:buNone/>
              <a:defRPr sz="1600" i="1" kern="1200" baseline="0">
                <a:solidFill>
                  <a:schemeClr val="tx1">
                    <a:tint val="75000"/>
                  </a:schemeClr>
                </a:solidFill>
                <a:latin typeface="+mn-lt"/>
                <a:ea typeface="+mn-ea"/>
                <a:cs typeface="+mn-cs"/>
              </a:defRPr>
            </a:lvl9pPr>
          </a:lstStyle>
          <a:p>
            <a:pPr marL="0" marR="0" lvl="0" indent="0" algn="ctr" defTabSz="914400" rtl="0" eaLnBrk="1" fontAlgn="auto" latinLnBrk="0" hangingPunct="1">
              <a:lnSpc>
                <a:spcPct val="113000"/>
              </a:lnSpc>
              <a:spcBef>
                <a:spcPts val="0"/>
              </a:spcBef>
              <a:spcAft>
                <a:spcPts val="0"/>
              </a:spcAft>
              <a:buClrTx/>
              <a:buSzTx/>
              <a:buFont typeface="Arial" panose="020B0604020202020204" pitchFamily="34" charset="0"/>
              <a:buNone/>
              <a:tabLst/>
              <a:defRPr/>
            </a:pPr>
            <a:r>
              <a:rPr kumimoji="0" lang="en-AU" sz="5400" b="1" i="1" u="sng" strike="noStrike" kern="1200" cap="none" spc="0" normalizeH="0" baseline="0" noProof="0" dirty="0">
                <a:ln>
                  <a:noFill/>
                </a:ln>
                <a:solidFill>
                  <a:prstClr val="black"/>
                </a:solidFill>
                <a:effectLst/>
                <a:uLnTx/>
                <a:uFillTx/>
                <a:latin typeface="Corbel" panose="020B0503020204020204"/>
                <a:ea typeface="+mn-ea"/>
                <a:cs typeface="+mn-cs"/>
              </a:rPr>
              <a:t>2 - Retrieval Failure theory</a:t>
            </a:r>
          </a:p>
        </p:txBody>
      </p:sp>
    </p:spTree>
    <p:extLst>
      <p:ext uri="{BB962C8B-B14F-4D97-AF65-F5344CB8AC3E}">
        <p14:creationId xmlns:p14="http://schemas.microsoft.com/office/powerpoint/2010/main" val="2867560600"/>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5" name="Text Placeholder 4"/>
          <p:cNvSpPr>
            <a:spLocks noGrp="1"/>
          </p:cNvSpPr>
          <p:nvPr>
            <p:ph type="body" idx="1"/>
          </p:nvPr>
        </p:nvSpPr>
        <p:spPr>
          <a:xfrm>
            <a:off x="116055" y="3159091"/>
            <a:ext cx="11833769" cy="2715452"/>
          </a:xfrm>
        </p:spPr>
        <p:txBody>
          <a:bodyPr>
            <a:noAutofit/>
          </a:bodyPr>
          <a:lstStyle/>
          <a:p>
            <a:pPr marL="457200" indent="-457200" algn="l">
              <a:lnSpc>
                <a:spcPct val="100000"/>
              </a:lnSpc>
              <a:buClr>
                <a:schemeClr val="accent1"/>
              </a:buClr>
              <a:buFont typeface="Wingdings" panose="05000000000000000000" pitchFamily="2" charset="2"/>
              <a:buChar char="§"/>
            </a:pPr>
            <a:r>
              <a:rPr lang="en-AU" sz="2800" i="0" dirty="0">
                <a:solidFill>
                  <a:schemeClr val="tx1"/>
                </a:solidFill>
              </a:rPr>
              <a:t>Refers to feeling like we know something and even being able to frame or shape the memory in our minds but being unable to retrieve the memory indicating some retrieval failure but also possibly interference</a:t>
            </a:r>
          </a:p>
          <a:p>
            <a:pPr marL="457200" indent="-457200" algn="l">
              <a:lnSpc>
                <a:spcPct val="100000"/>
              </a:lnSpc>
              <a:buClr>
                <a:schemeClr val="accent1"/>
              </a:buClr>
              <a:buFont typeface="Wingdings" panose="05000000000000000000" pitchFamily="2" charset="2"/>
              <a:buChar char="§"/>
            </a:pPr>
            <a:endParaRPr lang="en-AU" sz="1600" i="0" dirty="0">
              <a:solidFill>
                <a:schemeClr val="tx1"/>
              </a:solidFill>
            </a:endParaRPr>
          </a:p>
          <a:p>
            <a:pPr marL="457200" indent="-457200" algn="l">
              <a:lnSpc>
                <a:spcPct val="100000"/>
              </a:lnSpc>
              <a:buClr>
                <a:schemeClr val="accent1"/>
              </a:buClr>
              <a:buFont typeface="Wingdings" panose="05000000000000000000" pitchFamily="2" charset="2"/>
              <a:buChar char="§"/>
            </a:pPr>
            <a:r>
              <a:rPr lang="en-AU" sz="2800" i="0" dirty="0">
                <a:solidFill>
                  <a:schemeClr val="tx1"/>
                </a:solidFill>
              </a:rPr>
              <a:t>E.g. trying to remember </a:t>
            </a:r>
            <a:r>
              <a:rPr lang="en-AU" sz="2800" i="0" dirty="0" err="1">
                <a:solidFill>
                  <a:schemeClr val="tx1"/>
                </a:solidFill>
              </a:rPr>
              <a:t>someones</a:t>
            </a:r>
            <a:r>
              <a:rPr lang="en-AU" sz="2800" i="0" dirty="0">
                <a:solidFill>
                  <a:schemeClr val="tx1"/>
                </a:solidFill>
              </a:rPr>
              <a:t> name</a:t>
            </a:r>
          </a:p>
          <a:p>
            <a:pPr marL="914400" lvl="1" indent="-457200">
              <a:lnSpc>
                <a:spcPct val="100000"/>
              </a:lnSpc>
              <a:buClr>
                <a:schemeClr val="accent1"/>
              </a:buClr>
              <a:buFont typeface="Courier New" panose="02070309020205020404" pitchFamily="49" charset="0"/>
              <a:buChar char="o"/>
            </a:pPr>
            <a:r>
              <a:rPr lang="en-AU" sz="2800" i="0" dirty="0">
                <a:solidFill>
                  <a:schemeClr val="tx1"/>
                </a:solidFill>
              </a:rPr>
              <a:t> being able to remember their face, what they may have been wearing, maybe similar sounding names or ones that begin with the same letter, even the length of the name</a:t>
            </a:r>
          </a:p>
          <a:p>
            <a:pPr marL="914400" lvl="1" indent="-457200">
              <a:lnSpc>
                <a:spcPct val="100000"/>
              </a:lnSpc>
              <a:buClr>
                <a:schemeClr val="accent1"/>
              </a:buClr>
              <a:buFont typeface="Courier New" panose="02070309020205020404" pitchFamily="49" charset="0"/>
              <a:buChar char="o"/>
            </a:pPr>
            <a:endParaRPr lang="en-AU" sz="1600" i="0" dirty="0">
              <a:solidFill>
                <a:schemeClr val="tx1"/>
              </a:solidFill>
            </a:endParaRPr>
          </a:p>
          <a:p>
            <a:pPr marL="457200" indent="-457200" algn="l">
              <a:lnSpc>
                <a:spcPct val="100000"/>
              </a:lnSpc>
              <a:buClr>
                <a:schemeClr val="accent1"/>
              </a:buClr>
              <a:buFont typeface="Wingdings" panose="05000000000000000000" pitchFamily="2" charset="2"/>
              <a:buChar char="§"/>
            </a:pPr>
            <a:r>
              <a:rPr lang="en-AU" sz="2800" i="0" dirty="0">
                <a:solidFill>
                  <a:schemeClr val="tx1"/>
                </a:solidFill>
              </a:rPr>
              <a:t>An indication that memories are stored in different areas of the brain</a:t>
            </a:r>
          </a:p>
          <a:p>
            <a:pPr marL="457200" indent="-457200" algn="l">
              <a:lnSpc>
                <a:spcPct val="100000"/>
              </a:lnSpc>
              <a:buClr>
                <a:schemeClr val="accent1"/>
              </a:buClr>
              <a:buFont typeface="Wingdings" panose="05000000000000000000" pitchFamily="2" charset="2"/>
              <a:buChar char="§"/>
            </a:pPr>
            <a:endParaRPr lang="en-AU" sz="2800" b="1" i="0" dirty="0">
              <a:solidFill>
                <a:schemeClr val="tx1"/>
              </a:solidFill>
            </a:endParaRPr>
          </a:p>
          <a:p>
            <a:pPr marL="457200" indent="-457200" algn="l">
              <a:lnSpc>
                <a:spcPct val="100000"/>
              </a:lnSpc>
              <a:buClr>
                <a:schemeClr val="accent1"/>
              </a:buClr>
              <a:buFont typeface="Wingdings" panose="05000000000000000000" pitchFamily="2" charset="2"/>
              <a:buChar char="§"/>
            </a:pPr>
            <a:endParaRPr lang="en-AU" sz="2800" i="0" dirty="0">
              <a:solidFill>
                <a:schemeClr val="tx1"/>
              </a:solidFill>
            </a:endParaRPr>
          </a:p>
          <a:p>
            <a:pPr marL="457200" indent="-457200" algn="l">
              <a:lnSpc>
                <a:spcPct val="100000"/>
              </a:lnSpc>
              <a:buClr>
                <a:schemeClr val="accent1"/>
              </a:buClr>
              <a:buFont typeface="Wingdings" panose="05000000000000000000" pitchFamily="2" charset="2"/>
              <a:buChar char="§"/>
            </a:pPr>
            <a:endParaRPr lang="en-AU" sz="2800" i="0" dirty="0">
              <a:solidFill>
                <a:schemeClr val="tx1"/>
              </a:solidFill>
            </a:endParaRPr>
          </a:p>
          <a:p>
            <a:pPr lvl="1">
              <a:buClr>
                <a:schemeClr val="accent1"/>
              </a:buClr>
            </a:pPr>
            <a:endParaRPr lang="en-AU" sz="2400" i="0" dirty="0">
              <a:solidFill>
                <a:schemeClr val="tx1"/>
              </a:solidFill>
            </a:endParaRPr>
          </a:p>
        </p:txBody>
      </p:sp>
      <p:sp>
        <p:nvSpPr>
          <p:cNvPr id="6" name="Text Placeholder 2"/>
          <p:cNvSpPr txBox="1">
            <a:spLocks/>
          </p:cNvSpPr>
          <p:nvPr/>
        </p:nvSpPr>
        <p:spPr>
          <a:xfrm>
            <a:off x="422512" y="445325"/>
            <a:ext cx="11220853" cy="819150"/>
          </a:xfrm>
          <a:prstGeom prst="rect">
            <a:avLst/>
          </a:prstGeom>
        </p:spPr>
        <p:txBody>
          <a:bodyPr vert="horz" lIns="91440" tIns="45720" rIns="91440" bIns="45720" rtlCol="0" anchor="ctr">
            <a:noAutofit/>
          </a:bodyPr>
          <a:lstStyle>
            <a:lvl1pPr marL="0" indent="0" algn="r" defTabSz="914400" rtl="0" eaLnBrk="1" latinLnBrk="0" hangingPunct="1">
              <a:lnSpc>
                <a:spcPct val="113000"/>
              </a:lnSpc>
              <a:spcBef>
                <a:spcPts val="0"/>
              </a:spcBef>
              <a:buFont typeface="Arial" panose="020B0604020202020204" pitchFamily="34" charset="0"/>
              <a:buNone/>
              <a:defRPr sz="2000" b="0" i="1" kern="1200" baseline="0">
                <a:solidFill>
                  <a:schemeClr val="accent1"/>
                </a:solidFill>
                <a:latin typeface="+mn-lt"/>
                <a:ea typeface="+mn-ea"/>
                <a:cs typeface="+mn-cs"/>
              </a:defRPr>
            </a:lvl1pPr>
            <a:lvl2pPr marL="457200" indent="0" algn="l" defTabSz="914400" rtl="0" eaLnBrk="1" latinLnBrk="0" hangingPunct="1">
              <a:lnSpc>
                <a:spcPct val="112000"/>
              </a:lnSpc>
              <a:spcBef>
                <a:spcPts val="900"/>
              </a:spcBef>
              <a:buFont typeface="Corbel" panose="020B0503020204020204" pitchFamily="34" charset="0"/>
              <a:buNone/>
              <a:defRPr sz="2000" kern="1200" baseline="0">
                <a:solidFill>
                  <a:schemeClr val="tx1">
                    <a:tint val="75000"/>
                  </a:schemeClr>
                </a:solidFill>
                <a:latin typeface="+mn-lt"/>
                <a:ea typeface="+mn-ea"/>
                <a:cs typeface="+mn-cs"/>
              </a:defRPr>
            </a:lvl2pPr>
            <a:lvl3pPr marL="914400" indent="0" algn="l" defTabSz="914400" rtl="0" eaLnBrk="1" latinLnBrk="0" hangingPunct="1">
              <a:lnSpc>
                <a:spcPct val="112000"/>
              </a:lnSpc>
              <a:spcBef>
                <a:spcPts val="900"/>
              </a:spcBef>
              <a:buFont typeface="Arial" panose="020B0604020202020204" pitchFamily="34" charset="0"/>
              <a:buNone/>
              <a:defRPr sz="1800" kern="1200" baseline="0">
                <a:solidFill>
                  <a:schemeClr val="tx1">
                    <a:tint val="75000"/>
                  </a:schemeClr>
                </a:solidFill>
                <a:latin typeface="+mn-lt"/>
                <a:ea typeface="+mn-ea"/>
                <a:cs typeface="+mn-cs"/>
              </a:defRPr>
            </a:lvl3pPr>
            <a:lvl4pPr marL="1371600" indent="0" algn="l" defTabSz="914400" rtl="0" eaLnBrk="1" latinLnBrk="0" hangingPunct="1">
              <a:lnSpc>
                <a:spcPct val="112000"/>
              </a:lnSpc>
              <a:spcBef>
                <a:spcPts val="900"/>
              </a:spcBef>
              <a:buFont typeface="Corbel" panose="020B0503020204020204" pitchFamily="34" charset="0"/>
              <a:buNone/>
              <a:defRPr sz="1600" kern="1200" baseline="0">
                <a:solidFill>
                  <a:schemeClr val="tx1">
                    <a:tint val="75000"/>
                  </a:schemeClr>
                </a:solidFill>
                <a:latin typeface="+mn-lt"/>
                <a:ea typeface="+mn-ea"/>
                <a:cs typeface="+mn-cs"/>
              </a:defRPr>
            </a:lvl4pPr>
            <a:lvl5pPr marL="1828800" indent="0" algn="l" defTabSz="914400" rtl="0" eaLnBrk="1" latinLnBrk="0" hangingPunct="1">
              <a:lnSpc>
                <a:spcPct val="112000"/>
              </a:lnSpc>
              <a:spcBef>
                <a:spcPts val="900"/>
              </a:spcBef>
              <a:buFont typeface="Arial" panose="020B0604020202020204" pitchFamily="34" charset="0"/>
              <a:buNone/>
              <a:defRPr sz="1600" i="1" kern="1200" baseline="0">
                <a:solidFill>
                  <a:schemeClr val="tx1">
                    <a:tint val="75000"/>
                  </a:schemeClr>
                </a:solidFill>
                <a:latin typeface="+mn-lt"/>
                <a:ea typeface="+mn-ea"/>
                <a:cs typeface="+mn-cs"/>
              </a:defRPr>
            </a:lvl5pPr>
            <a:lvl6pPr marL="2286000" indent="0" algn="l" defTabSz="914400" rtl="0" eaLnBrk="1" latinLnBrk="0" hangingPunct="1">
              <a:lnSpc>
                <a:spcPct val="112000"/>
              </a:lnSpc>
              <a:spcBef>
                <a:spcPts val="1300"/>
              </a:spcBef>
              <a:buFont typeface="Corbel" panose="020B0503020204020204" pitchFamily="34" charset="0"/>
              <a:buNone/>
              <a:defRPr sz="1600" kern="1200">
                <a:solidFill>
                  <a:schemeClr val="tx1">
                    <a:tint val="75000"/>
                  </a:schemeClr>
                </a:solidFill>
                <a:latin typeface="+mn-lt"/>
                <a:ea typeface="+mn-ea"/>
                <a:cs typeface="+mn-cs"/>
              </a:defRPr>
            </a:lvl6pPr>
            <a:lvl7pPr marL="2743200" indent="0" algn="l" defTabSz="914400" rtl="0" eaLnBrk="1" latinLnBrk="0" hangingPunct="1">
              <a:lnSpc>
                <a:spcPct val="112000"/>
              </a:lnSpc>
              <a:spcBef>
                <a:spcPts val="1300"/>
              </a:spcBef>
              <a:buFont typeface="Arial" panose="020B0604020202020204" pitchFamily="34" charset="0"/>
              <a:buNone/>
              <a:defRPr sz="1600" i="1" kern="1200">
                <a:solidFill>
                  <a:schemeClr val="tx1">
                    <a:tint val="75000"/>
                  </a:schemeClr>
                </a:solidFill>
                <a:latin typeface="+mn-lt"/>
                <a:ea typeface="+mn-ea"/>
                <a:cs typeface="+mn-cs"/>
              </a:defRPr>
            </a:lvl7pPr>
            <a:lvl8pPr marL="3200400" indent="0" algn="l" defTabSz="914400" rtl="0" eaLnBrk="1" latinLnBrk="0" hangingPunct="1">
              <a:lnSpc>
                <a:spcPct val="112000"/>
              </a:lnSpc>
              <a:spcBef>
                <a:spcPts val="1300"/>
              </a:spcBef>
              <a:buFont typeface="Corbel" panose="020B0503020204020204" pitchFamily="34" charset="0"/>
              <a:buNone/>
              <a:defRPr sz="1600" kern="1200">
                <a:solidFill>
                  <a:schemeClr val="tx1">
                    <a:tint val="75000"/>
                  </a:schemeClr>
                </a:solidFill>
                <a:latin typeface="+mn-lt"/>
                <a:ea typeface="+mn-ea"/>
                <a:cs typeface="+mn-cs"/>
              </a:defRPr>
            </a:lvl8pPr>
            <a:lvl9pPr marL="3657600" indent="0" algn="l" defTabSz="914400" rtl="0" eaLnBrk="1" latinLnBrk="0" hangingPunct="1">
              <a:lnSpc>
                <a:spcPct val="112000"/>
              </a:lnSpc>
              <a:spcBef>
                <a:spcPts val="1300"/>
              </a:spcBef>
              <a:buFont typeface="Arial" panose="020B0604020202020204" pitchFamily="34" charset="0"/>
              <a:buNone/>
              <a:defRPr sz="1600" i="1" kern="1200" baseline="0">
                <a:solidFill>
                  <a:schemeClr val="tx1">
                    <a:tint val="75000"/>
                  </a:schemeClr>
                </a:solidFill>
                <a:latin typeface="+mn-lt"/>
                <a:ea typeface="+mn-ea"/>
                <a:cs typeface="+mn-cs"/>
              </a:defRPr>
            </a:lvl9pPr>
          </a:lstStyle>
          <a:p>
            <a:pPr marL="0" marR="0" lvl="0" indent="0" algn="ctr" defTabSz="914400" rtl="0" eaLnBrk="1" fontAlgn="auto" latinLnBrk="0" hangingPunct="1">
              <a:lnSpc>
                <a:spcPct val="113000"/>
              </a:lnSpc>
              <a:spcBef>
                <a:spcPts val="0"/>
              </a:spcBef>
              <a:spcAft>
                <a:spcPts val="0"/>
              </a:spcAft>
              <a:buClrTx/>
              <a:buSzTx/>
              <a:buFont typeface="Arial" panose="020B0604020202020204" pitchFamily="34" charset="0"/>
              <a:buNone/>
              <a:tabLst/>
              <a:defRPr/>
            </a:pPr>
            <a:r>
              <a:rPr kumimoji="0" lang="en-AU" sz="5400" b="1" i="1" u="sng" strike="noStrike" kern="1200" cap="none" spc="0" normalizeH="0" baseline="0" noProof="0" dirty="0">
                <a:ln>
                  <a:noFill/>
                </a:ln>
                <a:solidFill>
                  <a:prstClr val="black"/>
                </a:solidFill>
                <a:effectLst/>
                <a:uLnTx/>
                <a:uFillTx/>
                <a:latin typeface="Corbel" panose="020B0503020204020204"/>
                <a:ea typeface="+mn-ea"/>
                <a:cs typeface="+mn-cs"/>
              </a:rPr>
              <a:t>Tip of the Tongue (TOT) phenomenon</a:t>
            </a:r>
          </a:p>
        </p:txBody>
      </p:sp>
    </p:spTree>
    <p:extLst>
      <p:ext uri="{BB962C8B-B14F-4D97-AF65-F5344CB8AC3E}">
        <p14:creationId xmlns:p14="http://schemas.microsoft.com/office/powerpoint/2010/main" val="2133424327"/>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5" name="Text Placeholder 4"/>
          <p:cNvSpPr>
            <a:spLocks noGrp="1"/>
          </p:cNvSpPr>
          <p:nvPr>
            <p:ph type="body" idx="1"/>
          </p:nvPr>
        </p:nvSpPr>
        <p:spPr>
          <a:xfrm>
            <a:off x="116055" y="3121513"/>
            <a:ext cx="11833769" cy="2715452"/>
          </a:xfrm>
        </p:spPr>
        <p:txBody>
          <a:bodyPr>
            <a:noAutofit/>
          </a:bodyPr>
          <a:lstStyle/>
          <a:p>
            <a:pPr marL="457200" indent="-457200" algn="l">
              <a:lnSpc>
                <a:spcPct val="100000"/>
              </a:lnSpc>
              <a:buClr>
                <a:schemeClr val="accent1"/>
              </a:buClr>
              <a:buFont typeface="Wingdings" panose="05000000000000000000" pitchFamily="2" charset="2"/>
              <a:buChar char="§"/>
            </a:pPr>
            <a:r>
              <a:rPr lang="en-AU" sz="2800" i="0" dirty="0">
                <a:solidFill>
                  <a:schemeClr val="tx1"/>
                </a:solidFill>
              </a:rPr>
              <a:t>Becoming confused, or mixing up information could be the result of interference effects</a:t>
            </a:r>
          </a:p>
          <a:p>
            <a:pPr marL="457200" indent="-457200" algn="l">
              <a:lnSpc>
                <a:spcPct val="100000"/>
              </a:lnSpc>
              <a:buClr>
                <a:schemeClr val="accent1"/>
              </a:buClr>
              <a:buFont typeface="Wingdings" panose="05000000000000000000" pitchFamily="2" charset="2"/>
              <a:buChar char="§"/>
            </a:pPr>
            <a:endParaRPr lang="en-AU" sz="2800" i="0" dirty="0">
              <a:solidFill>
                <a:schemeClr val="tx1"/>
              </a:solidFill>
            </a:endParaRPr>
          </a:p>
          <a:p>
            <a:pPr marL="457200" indent="-457200" algn="l">
              <a:lnSpc>
                <a:spcPct val="100000"/>
              </a:lnSpc>
              <a:buClr>
                <a:schemeClr val="accent1"/>
              </a:buClr>
              <a:buFont typeface="Wingdings" panose="05000000000000000000" pitchFamily="2" charset="2"/>
              <a:buChar char="§"/>
            </a:pPr>
            <a:r>
              <a:rPr lang="en-AU" sz="2800" i="0" dirty="0">
                <a:solidFill>
                  <a:schemeClr val="tx1"/>
                </a:solidFill>
              </a:rPr>
              <a:t>The interference theory suggests that difficulty retrieving could be due to:</a:t>
            </a:r>
          </a:p>
          <a:p>
            <a:pPr marL="914400" lvl="1" indent="-457200">
              <a:lnSpc>
                <a:spcPct val="100000"/>
              </a:lnSpc>
              <a:buClr>
                <a:schemeClr val="accent1"/>
              </a:buClr>
              <a:buFont typeface="Courier New" panose="02070309020205020404" pitchFamily="49" charset="0"/>
              <a:buChar char="o"/>
            </a:pPr>
            <a:r>
              <a:rPr lang="en-AU" sz="2800" b="1" dirty="0">
                <a:solidFill>
                  <a:schemeClr val="tx1"/>
                </a:solidFill>
              </a:rPr>
              <a:t>Proactive interference: </a:t>
            </a:r>
            <a:r>
              <a:rPr lang="en-AU" sz="2800" dirty="0">
                <a:solidFill>
                  <a:schemeClr val="tx1"/>
                </a:solidFill>
              </a:rPr>
              <a:t>When previously learned material inhibits our ability to encode and store new information</a:t>
            </a:r>
          </a:p>
          <a:p>
            <a:pPr marL="914400" lvl="1" indent="-457200">
              <a:lnSpc>
                <a:spcPct val="100000"/>
              </a:lnSpc>
              <a:buClr>
                <a:schemeClr val="accent1"/>
              </a:buClr>
              <a:buFont typeface="Courier New" panose="02070309020205020404" pitchFamily="49" charset="0"/>
              <a:buChar char="o"/>
            </a:pPr>
            <a:endParaRPr lang="en-AU" sz="2800" b="1" dirty="0">
              <a:solidFill>
                <a:schemeClr val="tx1"/>
              </a:solidFill>
            </a:endParaRPr>
          </a:p>
          <a:p>
            <a:pPr marL="914400" lvl="1" indent="-457200">
              <a:lnSpc>
                <a:spcPct val="100000"/>
              </a:lnSpc>
              <a:buClr>
                <a:schemeClr val="accent1"/>
              </a:buClr>
              <a:buFont typeface="Courier New" panose="02070309020205020404" pitchFamily="49" charset="0"/>
              <a:buChar char="o"/>
            </a:pPr>
            <a:r>
              <a:rPr lang="en-AU" sz="2800" b="1" dirty="0">
                <a:solidFill>
                  <a:schemeClr val="tx1"/>
                </a:solidFill>
              </a:rPr>
              <a:t>Retroactive interference: </a:t>
            </a:r>
            <a:r>
              <a:rPr lang="en-AU" sz="2800" dirty="0">
                <a:solidFill>
                  <a:schemeClr val="tx1"/>
                </a:solidFill>
              </a:rPr>
              <a:t>When newly learned material inhibits our ability to retrieve previously learnt material</a:t>
            </a:r>
            <a:endParaRPr lang="en-AU" sz="2800" b="1" dirty="0">
              <a:solidFill>
                <a:schemeClr val="tx1"/>
              </a:solidFill>
            </a:endParaRPr>
          </a:p>
          <a:p>
            <a:pPr marL="457200" indent="-457200" algn="l">
              <a:lnSpc>
                <a:spcPct val="100000"/>
              </a:lnSpc>
              <a:buClr>
                <a:schemeClr val="accent1"/>
              </a:buClr>
              <a:buFont typeface="Wingdings" panose="05000000000000000000" pitchFamily="2" charset="2"/>
              <a:buChar char="§"/>
            </a:pPr>
            <a:endParaRPr lang="en-AU" sz="2800" b="1" i="0" dirty="0">
              <a:solidFill>
                <a:schemeClr val="tx1"/>
              </a:solidFill>
            </a:endParaRPr>
          </a:p>
          <a:p>
            <a:pPr marL="457200" indent="-457200" algn="l">
              <a:lnSpc>
                <a:spcPct val="100000"/>
              </a:lnSpc>
              <a:buClr>
                <a:schemeClr val="accent1"/>
              </a:buClr>
              <a:buFont typeface="Wingdings" panose="05000000000000000000" pitchFamily="2" charset="2"/>
              <a:buChar char="§"/>
            </a:pPr>
            <a:endParaRPr lang="en-AU" sz="2800" i="0" dirty="0">
              <a:solidFill>
                <a:schemeClr val="tx1"/>
              </a:solidFill>
            </a:endParaRPr>
          </a:p>
          <a:p>
            <a:pPr marL="457200" indent="-457200" algn="l">
              <a:lnSpc>
                <a:spcPct val="100000"/>
              </a:lnSpc>
              <a:buClr>
                <a:schemeClr val="accent1"/>
              </a:buClr>
              <a:buFont typeface="Wingdings" panose="05000000000000000000" pitchFamily="2" charset="2"/>
              <a:buChar char="§"/>
            </a:pPr>
            <a:endParaRPr lang="en-AU" sz="2800" i="0" dirty="0">
              <a:solidFill>
                <a:schemeClr val="tx1"/>
              </a:solidFill>
            </a:endParaRPr>
          </a:p>
          <a:p>
            <a:pPr lvl="1">
              <a:buClr>
                <a:schemeClr val="accent1"/>
              </a:buClr>
            </a:pPr>
            <a:endParaRPr lang="en-AU" sz="2400" i="0" dirty="0">
              <a:solidFill>
                <a:schemeClr val="tx1"/>
              </a:solidFill>
            </a:endParaRPr>
          </a:p>
        </p:txBody>
      </p:sp>
      <p:sp>
        <p:nvSpPr>
          <p:cNvPr id="6" name="Text Placeholder 2"/>
          <p:cNvSpPr txBox="1">
            <a:spLocks/>
          </p:cNvSpPr>
          <p:nvPr/>
        </p:nvSpPr>
        <p:spPr>
          <a:xfrm>
            <a:off x="728973" y="320064"/>
            <a:ext cx="10607935" cy="819150"/>
          </a:xfrm>
          <a:prstGeom prst="rect">
            <a:avLst/>
          </a:prstGeom>
        </p:spPr>
        <p:txBody>
          <a:bodyPr vert="horz" lIns="91440" tIns="45720" rIns="91440" bIns="45720" rtlCol="0" anchor="ctr">
            <a:noAutofit/>
          </a:bodyPr>
          <a:lstStyle>
            <a:lvl1pPr marL="0" indent="0" algn="r" defTabSz="914400" rtl="0" eaLnBrk="1" latinLnBrk="0" hangingPunct="1">
              <a:lnSpc>
                <a:spcPct val="113000"/>
              </a:lnSpc>
              <a:spcBef>
                <a:spcPts val="0"/>
              </a:spcBef>
              <a:buFont typeface="Arial" panose="020B0604020202020204" pitchFamily="34" charset="0"/>
              <a:buNone/>
              <a:defRPr sz="2000" b="0" i="1" kern="1200" baseline="0">
                <a:solidFill>
                  <a:schemeClr val="accent1"/>
                </a:solidFill>
                <a:latin typeface="+mn-lt"/>
                <a:ea typeface="+mn-ea"/>
                <a:cs typeface="+mn-cs"/>
              </a:defRPr>
            </a:lvl1pPr>
            <a:lvl2pPr marL="457200" indent="0" algn="l" defTabSz="914400" rtl="0" eaLnBrk="1" latinLnBrk="0" hangingPunct="1">
              <a:lnSpc>
                <a:spcPct val="112000"/>
              </a:lnSpc>
              <a:spcBef>
                <a:spcPts val="900"/>
              </a:spcBef>
              <a:buFont typeface="Corbel" panose="020B0503020204020204" pitchFamily="34" charset="0"/>
              <a:buNone/>
              <a:defRPr sz="2000" kern="1200" baseline="0">
                <a:solidFill>
                  <a:schemeClr val="tx1">
                    <a:tint val="75000"/>
                  </a:schemeClr>
                </a:solidFill>
                <a:latin typeface="+mn-lt"/>
                <a:ea typeface="+mn-ea"/>
                <a:cs typeface="+mn-cs"/>
              </a:defRPr>
            </a:lvl2pPr>
            <a:lvl3pPr marL="914400" indent="0" algn="l" defTabSz="914400" rtl="0" eaLnBrk="1" latinLnBrk="0" hangingPunct="1">
              <a:lnSpc>
                <a:spcPct val="112000"/>
              </a:lnSpc>
              <a:spcBef>
                <a:spcPts val="900"/>
              </a:spcBef>
              <a:buFont typeface="Arial" panose="020B0604020202020204" pitchFamily="34" charset="0"/>
              <a:buNone/>
              <a:defRPr sz="1800" kern="1200" baseline="0">
                <a:solidFill>
                  <a:schemeClr val="tx1">
                    <a:tint val="75000"/>
                  </a:schemeClr>
                </a:solidFill>
                <a:latin typeface="+mn-lt"/>
                <a:ea typeface="+mn-ea"/>
                <a:cs typeface="+mn-cs"/>
              </a:defRPr>
            </a:lvl3pPr>
            <a:lvl4pPr marL="1371600" indent="0" algn="l" defTabSz="914400" rtl="0" eaLnBrk="1" latinLnBrk="0" hangingPunct="1">
              <a:lnSpc>
                <a:spcPct val="112000"/>
              </a:lnSpc>
              <a:spcBef>
                <a:spcPts val="900"/>
              </a:spcBef>
              <a:buFont typeface="Corbel" panose="020B0503020204020204" pitchFamily="34" charset="0"/>
              <a:buNone/>
              <a:defRPr sz="1600" kern="1200" baseline="0">
                <a:solidFill>
                  <a:schemeClr val="tx1">
                    <a:tint val="75000"/>
                  </a:schemeClr>
                </a:solidFill>
                <a:latin typeface="+mn-lt"/>
                <a:ea typeface="+mn-ea"/>
                <a:cs typeface="+mn-cs"/>
              </a:defRPr>
            </a:lvl4pPr>
            <a:lvl5pPr marL="1828800" indent="0" algn="l" defTabSz="914400" rtl="0" eaLnBrk="1" latinLnBrk="0" hangingPunct="1">
              <a:lnSpc>
                <a:spcPct val="112000"/>
              </a:lnSpc>
              <a:spcBef>
                <a:spcPts val="900"/>
              </a:spcBef>
              <a:buFont typeface="Arial" panose="020B0604020202020204" pitchFamily="34" charset="0"/>
              <a:buNone/>
              <a:defRPr sz="1600" i="1" kern="1200" baseline="0">
                <a:solidFill>
                  <a:schemeClr val="tx1">
                    <a:tint val="75000"/>
                  </a:schemeClr>
                </a:solidFill>
                <a:latin typeface="+mn-lt"/>
                <a:ea typeface="+mn-ea"/>
                <a:cs typeface="+mn-cs"/>
              </a:defRPr>
            </a:lvl5pPr>
            <a:lvl6pPr marL="2286000" indent="0" algn="l" defTabSz="914400" rtl="0" eaLnBrk="1" latinLnBrk="0" hangingPunct="1">
              <a:lnSpc>
                <a:spcPct val="112000"/>
              </a:lnSpc>
              <a:spcBef>
                <a:spcPts val="1300"/>
              </a:spcBef>
              <a:buFont typeface="Corbel" panose="020B0503020204020204" pitchFamily="34" charset="0"/>
              <a:buNone/>
              <a:defRPr sz="1600" kern="1200">
                <a:solidFill>
                  <a:schemeClr val="tx1">
                    <a:tint val="75000"/>
                  </a:schemeClr>
                </a:solidFill>
                <a:latin typeface="+mn-lt"/>
                <a:ea typeface="+mn-ea"/>
                <a:cs typeface="+mn-cs"/>
              </a:defRPr>
            </a:lvl6pPr>
            <a:lvl7pPr marL="2743200" indent="0" algn="l" defTabSz="914400" rtl="0" eaLnBrk="1" latinLnBrk="0" hangingPunct="1">
              <a:lnSpc>
                <a:spcPct val="112000"/>
              </a:lnSpc>
              <a:spcBef>
                <a:spcPts val="1300"/>
              </a:spcBef>
              <a:buFont typeface="Arial" panose="020B0604020202020204" pitchFamily="34" charset="0"/>
              <a:buNone/>
              <a:defRPr sz="1600" i="1" kern="1200">
                <a:solidFill>
                  <a:schemeClr val="tx1">
                    <a:tint val="75000"/>
                  </a:schemeClr>
                </a:solidFill>
                <a:latin typeface="+mn-lt"/>
                <a:ea typeface="+mn-ea"/>
                <a:cs typeface="+mn-cs"/>
              </a:defRPr>
            </a:lvl7pPr>
            <a:lvl8pPr marL="3200400" indent="0" algn="l" defTabSz="914400" rtl="0" eaLnBrk="1" latinLnBrk="0" hangingPunct="1">
              <a:lnSpc>
                <a:spcPct val="112000"/>
              </a:lnSpc>
              <a:spcBef>
                <a:spcPts val="1300"/>
              </a:spcBef>
              <a:buFont typeface="Corbel" panose="020B0503020204020204" pitchFamily="34" charset="0"/>
              <a:buNone/>
              <a:defRPr sz="1600" kern="1200">
                <a:solidFill>
                  <a:schemeClr val="tx1">
                    <a:tint val="75000"/>
                  </a:schemeClr>
                </a:solidFill>
                <a:latin typeface="+mn-lt"/>
                <a:ea typeface="+mn-ea"/>
                <a:cs typeface="+mn-cs"/>
              </a:defRPr>
            </a:lvl8pPr>
            <a:lvl9pPr marL="3657600" indent="0" algn="l" defTabSz="914400" rtl="0" eaLnBrk="1" latinLnBrk="0" hangingPunct="1">
              <a:lnSpc>
                <a:spcPct val="112000"/>
              </a:lnSpc>
              <a:spcBef>
                <a:spcPts val="1300"/>
              </a:spcBef>
              <a:buFont typeface="Arial" panose="020B0604020202020204" pitchFamily="34" charset="0"/>
              <a:buNone/>
              <a:defRPr sz="1600" i="1" kern="1200" baseline="0">
                <a:solidFill>
                  <a:schemeClr val="tx1">
                    <a:tint val="75000"/>
                  </a:schemeClr>
                </a:solidFill>
                <a:latin typeface="+mn-lt"/>
                <a:ea typeface="+mn-ea"/>
                <a:cs typeface="+mn-cs"/>
              </a:defRPr>
            </a:lvl9pPr>
          </a:lstStyle>
          <a:p>
            <a:pPr marL="0" marR="0" lvl="0" indent="0" algn="ctr" defTabSz="914400" rtl="0" eaLnBrk="1" fontAlgn="auto" latinLnBrk="0" hangingPunct="1">
              <a:lnSpc>
                <a:spcPct val="113000"/>
              </a:lnSpc>
              <a:spcBef>
                <a:spcPts val="0"/>
              </a:spcBef>
              <a:spcAft>
                <a:spcPts val="0"/>
              </a:spcAft>
              <a:buClrTx/>
              <a:buSzTx/>
              <a:buFont typeface="Arial" panose="020B0604020202020204" pitchFamily="34" charset="0"/>
              <a:buNone/>
              <a:tabLst/>
              <a:defRPr/>
            </a:pPr>
            <a:r>
              <a:rPr kumimoji="0" lang="en-AU" sz="5400" b="1" i="1" u="sng" strike="noStrike" kern="1200" cap="none" spc="0" normalizeH="0" baseline="0" noProof="0" dirty="0">
                <a:ln>
                  <a:noFill/>
                </a:ln>
                <a:solidFill>
                  <a:prstClr val="black"/>
                </a:solidFill>
                <a:effectLst/>
                <a:uLnTx/>
                <a:uFillTx/>
                <a:latin typeface="Corbel" panose="020B0503020204020204"/>
                <a:ea typeface="+mn-ea"/>
                <a:cs typeface="+mn-cs"/>
              </a:rPr>
              <a:t>3 - Interference effects</a:t>
            </a:r>
          </a:p>
        </p:txBody>
      </p:sp>
    </p:spTree>
    <p:extLst>
      <p:ext uri="{BB962C8B-B14F-4D97-AF65-F5344CB8AC3E}">
        <p14:creationId xmlns:p14="http://schemas.microsoft.com/office/powerpoint/2010/main" val="2651423974"/>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5" name="Text Placeholder 4"/>
          <p:cNvSpPr>
            <a:spLocks noGrp="1"/>
          </p:cNvSpPr>
          <p:nvPr>
            <p:ph type="body" idx="1"/>
          </p:nvPr>
        </p:nvSpPr>
        <p:spPr>
          <a:xfrm>
            <a:off x="116055" y="3259993"/>
            <a:ext cx="4707405" cy="2715452"/>
          </a:xfrm>
        </p:spPr>
        <p:txBody>
          <a:bodyPr>
            <a:noAutofit/>
          </a:bodyPr>
          <a:lstStyle/>
          <a:p>
            <a:pPr marL="457200" indent="-457200" algn="l">
              <a:lnSpc>
                <a:spcPct val="100000"/>
              </a:lnSpc>
              <a:buClr>
                <a:schemeClr val="accent1"/>
              </a:buClr>
              <a:buFont typeface="Wingdings" panose="05000000000000000000" pitchFamily="2" charset="2"/>
              <a:buChar char="§"/>
            </a:pPr>
            <a:r>
              <a:rPr lang="en-AU" sz="2800" i="0" dirty="0">
                <a:solidFill>
                  <a:schemeClr val="tx1"/>
                </a:solidFill>
              </a:rPr>
              <a:t>Interference is generally stronger when two sets of material are very similar.</a:t>
            </a:r>
          </a:p>
          <a:p>
            <a:pPr marL="457200" indent="-457200" algn="l">
              <a:lnSpc>
                <a:spcPct val="100000"/>
              </a:lnSpc>
              <a:buClr>
                <a:schemeClr val="accent1"/>
              </a:buClr>
              <a:buFont typeface="Wingdings" panose="05000000000000000000" pitchFamily="2" charset="2"/>
              <a:buChar char="§"/>
            </a:pPr>
            <a:endParaRPr lang="en-AU" sz="2800" b="1" i="0" dirty="0">
              <a:solidFill>
                <a:schemeClr val="tx1"/>
              </a:solidFill>
            </a:endParaRPr>
          </a:p>
          <a:p>
            <a:pPr marL="457200" indent="-457200" algn="l">
              <a:lnSpc>
                <a:spcPct val="100000"/>
              </a:lnSpc>
              <a:buClr>
                <a:schemeClr val="accent1"/>
              </a:buClr>
              <a:buFont typeface="Wingdings" panose="05000000000000000000" pitchFamily="2" charset="2"/>
              <a:buChar char="§"/>
            </a:pPr>
            <a:r>
              <a:rPr lang="en-AU" sz="2800" i="0" dirty="0">
                <a:solidFill>
                  <a:schemeClr val="tx1"/>
                </a:solidFill>
              </a:rPr>
              <a:t>This idea has been supported by evidence as can be seen in the study by </a:t>
            </a:r>
            <a:r>
              <a:rPr lang="en-AU" sz="2800" i="0" dirty="0" err="1">
                <a:solidFill>
                  <a:schemeClr val="tx1"/>
                </a:solidFill>
              </a:rPr>
              <a:t>McGeoch</a:t>
            </a:r>
            <a:r>
              <a:rPr lang="en-AU" sz="2800" i="0" dirty="0">
                <a:solidFill>
                  <a:schemeClr val="tx1"/>
                </a:solidFill>
              </a:rPr>
              <a:t> and McDonald (1931).</a:t>
            </a:r>
          </a:p>
          <a:p>
            <a:pPr marL="457200" indent="-457200" algn="l">
              <a:lnSpc>
                <a:spcPct val="100000"/>
              </a:lnSpc>
              <a:buClr>
                <a:schemeClr val="accent1"/>
              </a:buClr>
              <a:buFont typeface="Wingdings" panose="05000000000000000000" pitchFamily="2" charset="2"/>
              <a:buChar char="§"/>
            </a:pPr>
            <a:endParaRPr lang="en-AU" sz="2800" b="1" i="0" dirty="0">
              <a:solidFill>
                <a:schemeClr val="tx1"/>
              </a:solidFill>
            </a:endParaRPr>
          </a:p>
          <a:p>
            <a:pPr marL="457200" indent="-457200" algn="l">
              <a:lnSpc>
                <a:spcPct val="100000"/>
              </a:lnSpc>
              <a:buClr>
                <a:schemeClr val="accent1"/>
              </a:buClr>
              <a:buFont typeface="Wingdings" panose="05000000000000000000" pitchFamily="2" charset="2"/>
              <a:buChar char="§"/>
            </a:pPr>
            <a:endParaRPr lang="en-AU" sz="2800" i="0" dirty="0">
              <a:solidFill>
                <a:schemeClr val="tx1"/>
              </a:solidFill>
            </a:endParaRPr>
          </a:p>
          <a:p>
            <a:pPr marL="457200" indent="-457200" algn="l">
              <a:lnSpc>
                <a:spcPct val="100000"/>
              </a:lnSpc>
              <a:buClr>
                <a:schemeClr val="accent1"/>
              </a:buClr>
              <a:buFont typeface="Wingdings" panose="05000000000000000000" pitchFamily="2" charset="2"/>
              <a:buChar char="§"/>
            </a:pPr>
            <a:endParaRPr lang="en-AU" sz="2800" i="0" dirty="0">
              <a:solidFill>
                <a:schemeClr val="tx1"/>
              </a:solidFill>
            </a:endParaRPr>
          </a:p>
          <a:p>
            <a:pPr lvl="1">
              <a:buClr>
                <a:schemeClr val="accent1"/>
              </a:buClr>
            </a:pPr>
            <a:endParaRPr lang="en-AU" sz="2400" i="0" dirty="0">
              <a:solidFill>
                <a:schemeClr val="tx1"/>
              </a:solidFill>
            </a:endParaRPr>
          </a:p>
        </p:txBody>
      </p:sp>
      <p:sp>
        <p:nvSpPr>
          <p:cNvPr id="6" name="Text Placeholder 2"/>
          <p:cNvSpPr txBox="1">
            <a:spLocks/>
          </p:cNvSpPr>
          <p:nvPr/>
        </p:nvSpPr>
        <p:spPr>
          <a:xfrm>
            <a:off x="728973" y="320064"/>
            <a:ext cx="10607935" cy="819150"/>
          </a:xfrm>
          <a:prstGeom prst="rect">
            <a:avLst/>
          </a:prstGeom>
        </p:spPr>
        <p:txBody>
          <a:bodyPr vert="horz" lIns="91440" tIns="45720" rIns="91440" bIns="45720" rtlCol="0" anchor="ctr">
            <a:noAutofit/>
          </a:bodyPr>
          <a:lstStyle>
            <a:lvl1pPr marL="0" indent="0" algn="r" defTabSz="914400" rtl="0" eaLnBrk="1" latinLnBrk="0" hangingPunct="1">
              <a:lnSpc>
                <a:spcPct val="113000"/>
              </a:lnSpc>
              <a:spcBef>
                <a:spcPts val="0"/>
              </a:spcBef>
              <a:buFont typeface="Arial" panose="020B0604020202020204" pitchFamily="34" charset="0"/>
              <a:buNone/>
              <a:defRPr sz="2000" b="0" i="1" kern="1200" baseline="0">
                <a:solidFill>
                  <a:schemeClr val="accent1"/>
                </a:solidFill>
                <a:latin typeface="+mn-lt"/>
                <a:ea typeface="+mn-ea"/>
                <a:cs typeface="+mn-cs"/>
              </a:defRPr>
            </a:lvl1pPr>
            <a:lvl2pPr marL="457200" indent="0" algn="l" defTabSz="914400" rtl="0" eaLnBrk="1" latinLnBrk="0" hangingPunct="1">
              <a:lnSpc>
                <a:spcPct val="112000"/>
              </a:lnSpc>
              <a:spcBef>
                <a:spcPts val="900"/>
              </a:spcBef>
              <a:buFont typeface="Corbel" panose="020B0503020204020204" pitchFamily="34" charset="0"/>
              <a:buNone/>
              <a:defRPr sz="2000" kern="1200" baseline="0">
                <a:solidFill>
                  <a:schemeClr val="tx1">
                    <a:tint val="75000"/>
                  </a:schemeClr>
                </a:solidFill>
                <a:latin typeface="+mn-lt"/>
                <a:ea typeface="+mn-ea"/>
                <a:cs typeface="+mn-cs"/>
              </a:defRPr>
            </a:lvl2pPr>
            <a:lvl3pPr marL="914400" indent="0" algn="l" defTabSz="914400" rtl="0" eaLnBrk="1" latinLnBrk="0" hangingPunct="1">
              <a:lnSpc>
                <a:spcPct val="112000"/>
              </a:lnSpc>
              <a:spcBef>
                <a:spcPts val="900"/>
              </a:spcBef>
              <a:buFont typeface="Arial" panose="020B0604020202020204" pitchFamily="34" charset="0"/>
              <a:buNone/>
              <a:defRPr sz="1800" kern="1200" baseline="0">
                <a:solidFill>
                  <a:schemeClr val="tx1">
                    <a:tint val="75000"/>
                  </a:schemeClr>
                </a:solidFill>
                <a:latin typeface="+mn-lt"/>
                <a:ea typeface="+mn-ea"/>
                <a:cs typeface="+mn-cs"/>
              </a:defRPr>
            </a:lvl3pPr>
            <a:lvl4pPr marL="1371600" indent="0" algn="l" defTabSz="914400" rtl="0" eaLnBrk="1" latinLnBrk="0" hangingPunct="1">
              <a:lnSpc>
                <a:spcPct val="112000"/>
              </a:lnSpc>
              <a:spcBef>
                <a:spcPts val="900"/>
              </a:spcBef>
              <a:buFont typeface="Corbel" panose="020B0503020204020204" pitchFamily="34" charset="0"/>
              <a:buNone/>
              <a:defRPr sz="1600" kern="1200" baseline="0">
                <a:solidFill>
                  <a:schemeClr val="tx1">
                    <a:tint val="75000"/>
                  </a:schemeClr>
                </a:solidFill>
                <a:latin typeface="+mn-lt"/>
                <a:ea typeface="+mn-ea"/>
                <a:cs typeface="+mn-cs"/>
              </a:defRPr>
            </a:lvl4pPr>
            <a:lvl5pPr marL="1828800" indent="0" algn="l" defTabSz="914400" rtl="0" eaLnBrk="1" latinLnBrk="0" hangingPunct="1">
              <a:lnSpc>
                <a:spcPct val="112000"/>
              </a:lnSpc>
              <a:spcBef>
                <a:spcPts val="900"/>
              </a:spcBef>
              <a:buFont typeface="Arial" panose="020B0604020202020204" pitchFamily="34" charset="0"/>
              <a:buNone/>
              <a:defRPr sz="1600" i="1" kern="1200" baseline="0">
                <a:solidFill>
                  <a:schemeClr val="tx1">
                    <a:tint val="75000"/>
                  </a:schemeClr>
                </a:solidFill>
                <a:latin typeface="+mn-lt"/>
                <a:ea typeface="+mn-ea"/>
                <a:cs typeface="+mn-cs"/>
              </a:defRPr>
            </a:lvl5pPr>
            <a:lvl6pPr marL="2286000" indent="0" algn="l" defTabSz="914400" rtl="0" eaLnBrk="1" latinLnBrk="0" hangingPunct="1">
              <a:lnSpc>
                <a:spcPct val="112000"/>
              </a:lnSpc>
              <a:spcBef>
                <a:spcPts val="1300"/>
              </a:spcBef>
              <a:buFont typeface="Corbel" panose="020B0503020204020204" pitchFamily="34" charset="0"/>
              <a:buNone/>
              <a:defRPr sz="1600" kern="1200">
                <a:solidFill>
                  <a:schemeClr val="tx1">
                    <a:tint val="75000"/>
                  </a:schemeClr>
                </a:solidFill>
                <a:latin typeface="+mn-lt"/>
                <a:ea typeface="+mn-ea"/>
                <a:cs typeface="+mn-cs"/>
              </a:defRPr>
            </a:lvl6pPr>
            <a:lvl7pPr marL="2743200" indent="0" algn="l" defTabSz="914400" rtl="0" eaLnBrk="1" latinLnBrk="0" hangingPunct="1">
              <a:lnSpc>
                <a:spcPct val="112000"/>
              </a:lnSpc>
              <a:spcBef>
                <a:spcPts val="1300"/>
              </a:spcBef>
              <a:buFont typeface="Arial" panose="020B0604020202020204" pitchFamily="34" charset="0"/>
              <a:buNone/>
              <a:defRPr sz="1600" i="1" kern="1200">
                <a:solidFill>
                  <a:schemeClr val="tx1">
                    <a:tint val="75000"/>
                  </a:schemeClr>
                </a:solidFill>
                <a:latin typeface="+mn-lt"/>
                <a:ea typeface="+mn-ea"/>
                <a:cs typeface="+mn-cs"/>
              </a:defRPr>
            </a:lvl7pPr>
            <a:lvl8pPr marL="3200400" indent="0" algn="l" defTabSz="914400" rtl="0" eaLnBrk="1" latinLnBrk="0" hangingPunct="1">
              <a:lnSpc>
                <a:spcPct val="112000"/>
              </a:lnSpc>
              <a:spcBef>
                <a:spcPts val="1300"/>
              </a:spcBef>
              <a:buFont typeface="Corbel" panose="020B0503020204020204" pitchFamily="34" charset="0"/>
              <a:buNone/>
              <a:defRPr sz="1600" kern="1200">
                <a:solidFill>
                  <a:schemeClr val="tx1">
                    <a:tint val="75000"/>
                  </a:schemeClr>
                </a:solidFill>
                <a:latin typeface="+mn-lt"/>
                <a:ea typeface="+mn-ea"/>
                <a:cs typeface="+mn-cs"/>
              </a:defRPr>
            </a:lvl8pPr>
            <a:lvl9pPr marL="3657600" indent="0" algn="l" defTabSz="914400" rtl="0" eaLnBrk="1" latinLnBrk="0" hangingPunct="1">
              <a:lnSpc>
                <a:spcPct val="112000"/>
              </a:lnSpc>
              <a:spcBef>
                <a:spcPts val="1300"/>
              </a:spcBef>
              <a:buFont typeface="Arial" panose="020B0604020202020204" pitchFamily="34" charset="0"/>
              <a:buNone/>
              <a:defRPr sz="1600" i="1" kern="1200" baseline="0">
                <a:solidFill>
                  <a:schemeClr val="tx1">
                    <a:tint val="75000"/>
                  </a:schemeClr>
                </a:solidFill>
                <a:latin typeface="+mn-lt"/>
                <a:ea typeface="+mn-ea"/>
                <a:cs typeface="+mn-cs"/>
              </a:defRPr>
            </a:lvl9pPr>
          </a:lstStyle>
          <a:p>
            <a:pPr marL="0" marR="0" lvl="0" indent="0" algn="ctr" defTabSz="914400" rtl="0" eaLnBrk="1" fontAlgn="auto" latinLnBrk="0" hangingPunct="1">
              <a:lnSpc>
                <a:spcPct val="113000"/>
              </a:lnSpc>
              <a:spcBef>
                <a:spcPts val="0"/>
              </a:spcBef>
              <a:spcAft>
                <a:spcPts val="0"/>
              </a:spcAft>
              <a:buClrTx/>
              <a:buSzTx/>
              <a:buFont typeface="Arial" panose="020B0604020202020204" pitchFamily="34" charset="0"/>
              <a:buNone/>
              <a:tabLst/>
              <a:defRPr/>
            </a:pPr>
            <a:r>
              <a:rPr kumimoji="0" lang="en-AU" sz="5400" b="1" i="1" u="sng" strike="noStrike" kern="1200" cap="none" spc="0" normalizeH="0" baseline="0" noProof="0" dirty="0">
                <a:ln>
                  <a:noFill/>
                </a:ln>
                <a:solidFill>
                  <a:prstClr val="black"/>
                </a:solidFill>
                <a:effectLst/>
                <a:uLnTx/>
                <a:uFillTx/>
                <a:latin typeface="Corbel" panose="020B0503020204020204"/>
                <a:ea typeface="+mn-ea"/>
                <a:cs typeface="+mn-cs"/>
              </a:rPr>
              <a:t>Effect of Similarity on Retrieval</a:t>
            </a:r>
          </a:p>
        </p:txBody>
      </p:sp>
      <p:pic>
        <p:nvPicPr>
          <p:cNvPr id="2" name="Picture 1"/>
          <p:cNvPicPr>
            <a:picLocks noChangeAspect="1"/>
          </p:cNvPicPr>
          <p:nvPr/>
        </p:nvPicPr>
        <p:blipFill>
          <a:blip r:embed="rId3"/>
          <a:stretch>
            <a:fillRect/>
          </a:stretch>
        </p:blipFill>
        <p:spPr>
          <a:xfrm>
            <a:off x="5174932" y="1764982"/>
            <a:ext cx="6505575" cy="4333875"/>
          </a:xfrm>
          <a:prstGeom prst="rect">
            <a:avLst/>
          </a:prstGeom>
        </p:spPr>
      </p:pic>
    </p:spTree>
    <p:extLst>
      <p:ext uri="{BB962C8B-B14F-4D97-AF65-F5344CB8AC3E}">
        <p14:creationId xmlns:p14="http://schemas.microsoft.com/office/powerpoint/2010/main" val="3357610588"/>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5" name="Text Placeholder 4"/>
          <p:cNvSpPr>
            <a:spLocks noGrp="1"/>
          </p:cNvSpPr>
          <p:nvPr>
            <p:ph type="body" idx="1"/>
          </p:nvPr>
        </p:nvSpPr>
        <p:spPr>
          <a:xfrm>
            <a:off x="358231" y="3590143"/>
            <a:ext cx="11833769" cy="2715452"/>
          </a:xfrm>
        </p:spPr>
        <p:txBody>
          <a:bodyPr>
            <a:noAutofit/>
          </a:bodyPr>
          <a:lstStyle/>
          <a:p>
            <a:pPr algn="l">
              <a:lnSpc>
                <a:spcPct val="100000"/>
              </a:lnSpc>
              <a:buClr>
                <a:schemeClr val="accent1"/>
              </a:buClr>
            </a:pPr>
            <a:r>
              <a:rPr lang="en-AU" sz="2800" b="1" i="0" u="sng" dirty="0">
                <a:solidFill>
                  <a:schemeClr val="tx1"/>
                </a:solidFill>
              </a:rPr>
              <a:t>Strengths:</a:t>
            </a:r>
          </a:p>
          <a:p>
            <a:pPr marL="457200" indent="-457200" algn="l">
              <a:lnSpc>
                <a:spcPct val="100000"/>
              </a:lnSpc>
              <a:buClr>
                <a:schemeClr val="accent1"/>
              </a:buClr>
              <a:buFont typeface="Wingdings" panose="05000000000000000000" pitchFamily="2" charset="2"/>
              <a:buChar char="§"/>
            </a:pPr>
            <a:r>
              <a:rPr lang="en-AU" sz="2800" i="0" dirty="0">
                <a:solidFill>
                  <a:schemeClr val="tx1"/>
                </a:solidFill>
              </a:rPr>
              <a:t>Plausible</a:t>
            </a:r>
          </a:p>
          <a:p>
            <a:pPr marL="457200" indent="-457200" algn="l">
              <a:lnSpc>
                <a:spcPct val="100000"/>
              </a:lnSpc>
              <a:buClr>
                <a:schemeClr val="accent1"/>
              </a:buClr>
              <a:buFont typeface="Wingdings" panose="05000000000000000000" pitchFamily="2" charset="2"/>
              <a:buChar char="§"/>
            </a:pPr>
            <a:r>
              <a:rPr lang="en-AU" sz="2800" i="0" dirty="0">
                <a:solidFill>
                  <a:schemeClr val="tx1"/>
                </a:solidFill>
              </a:rPr>
              <a:t>Research has been replicated</a:t>
            </a:r>
          </a:p>
          <a:p>
            <a:pPr marL="457200" indent="-457200" algn="l">
              <a:lnSpc>
                <a:spcPct val="100000"/>
              </a:lnSpc>
              <a:buClr>
                <a:schemeClr val="accent1"/>
              </a:buClr>
              <a:buFont typeface="Wingdings" panose="05000000000000000000" pitchFamily="2" charset="2"/>
              <a:buChar char="§"/>
            </a:pPr>
            <a:r>
              <a:rPr lang="en-AU" sz="2800" i="0" dirty="0">
                <a:solidFill>
                  <a:schemeClr val="tx1"/>
                </a:solidFill>
              </a:rPr>
              <a:t>People do experience this phenomenon</a:t>
            </a:r>
          </a:p>
          <a:p>
            <a:pPr algn="l">
              <a:lnSpc>
                <a:spcPct val="100000"/>
              </a:lnSpc>
              <a:buClr>
                <a:schemeClr val="accent1"/>
              </a:buClr>
            </a:pPr>
            <a:endParaRPr lang="en-AU" sz="2800" i="0" dirty="0">
              <a:solidFill>
                <a:schemeClr val="tx1"/>
              </a:solidFill>
            </a:endParaRPr>
          </a:p>
          <a:p>
            <a:pPr algn="l">
              <a:lnSpc>
                <a:spcPct val="100000"/>
              </a:lnSpc>
              <a:buClr>
                <a:schemeClr val="accent1"/>
              </a:buClr>
            </a:pPr>
            <a:r>
              <a:rPr lang="en-AU" sz="2800" b="1" i="0" u="sng" dirty="0">
                <a:solidFill>
                  <a:schemeClr val="tx1"/>
                </a:solidFill>
              </a:rPr>
              <a:t>Weaknesses:</a:t>
            </a:r>
          </a:p>
          <a:p>
            <a:pPr marL="457200" indent="-457200" algn="l">
              <a:lnSpc>
                <a:spcPct val="100000"/>
              </a:lnSpc>
              <a:buClr>
                <a:schemeClr val="accent1"/>
              </a:buClr>
              <a:buFont typeface="Wingdings" panose="05000000000000000000" pitchFamily="2" charset="2"/>
              <a:buChar char="§"/>
            </a:pPr>
            <a:r>
              <a:rPr lang="en-AU" sz="2800" i="0" dirty="0">
                <a:solidFill>
                  <a:schemeClr val="tx1"/>
                </a:solidFill>
              </a:rPr>
              <a:t>Relies on recall tests which are prone to ‘interference’</a:t>
            </a:r>
          </a:p>
          <a:p>
            <a:pPr marL="457200" indent="-457200" algn="l">
              <a:lnSpc>
                <a:spcPct val="100000"/>
              </a:lnSpc>
              <a:buClr>
                <a:schemeClr val="accent1"/>
              </a:buClr>
              <a:buFont typeface="Wingdings" panose="05000000000000000000" pitchFamily="2" charset="2"/>
              <a:buChar char="§"/>
            </a:pPr>
            <a:r>
              <a:rPr lang="en-AU" sz="2800" i="0" dirty="0">
                <a:solidFill>
                  <a:schemeClr val="tx1"/>
                </a:solidFill>
              </a:rPr>
              <a:t>May not be occur as readily in every day life (i.e. semantic memory is used often and less likely to suffer from interference)</a:t>
            </a:r>
          </a:p>
          <a:p>
            <a:pPr marL="457200" indent="-457200" algn="l">
              <a:lnSpc>
                <a:spcPct val="100000"/>
              </a:lnSpc>
              <a:buClr>
                <a:schemeClr val="accent1"/>
              </a:buClr>
              <a:buFont typeface="Wingdings" panose="05000000000000000000" pitchFamily="2" charset="2"/>
              <a:buChar char="§"/>
            </a:pPr>
            <a:endParaRPr lang="en-AU" sz="2800" i="0" dirty="0">
              <a:solidFill>
                <a:schemeClr val="tx1"/>
              </a:solidFill>
            </a:endParaRPr>
          </a:p>
          <a:p>
            <a:pPr algn="l">
              <a:lnSpc>
                <a:spcPct val="100000"/>
              </a:lnSpc>
              <a:buClr>
                <a:schemeClr val="accent1"/>
              </a:buClr>
            </a:pPr>
            <a:endParaRPr lang="en-AU" sz="2800" u="sng" dirty="0">
              <a:solidFill>
                <a:schemeClr val="tx1"/>
              </a:solidFill>
            </a:endParaRPr>
          </a:p>
          <a:p>
            <a:pPr marL="457200" indent="-457200" algn="l">
              <a:lnSpc>
                <a:spcPct val="100000"/>
              </a:lnSpc>
              <a:buClr>
                <a:schemeClr val="accent1"/>
              </a:buClr>
              <a:buFont typeface="Wingdings" panose="05000000000000000000" pitchFamily="2" charset="2"/>
              <a:buChar char="§"/>
            </a:pPr>
            <a:endParaRPr lang="en-AU" sz="2800" b="1" i="0" dirty="0">
              <a:solidFill>
                <a:schemeClr val="tx1"/>
              </a:solidFill>
            </a:endParaRPr>
          </a:p>
          <a:p>
            <a:pPr marL="457200" indent="-457200" algn="l">
              <a:lnSpc>
                <a:spcPct val="100000"/>
              </a:lnSpc>
              <a:buClr>
                <a:schemeClr val="accent1"/>
              </a:buClr>
              <a:buFont typeface="Wingdings" panose="05000000000000000000" pitchFamily="2" charset="2"/>
              <a:buChar char="§"/>
            </a:pPr>
            <a:endParaRPr lang="en-AU" sz="2800" i="0" dirty="0">
              <a:solidFill>
                <a:schemeClr val="tx1"/>
              </a:solidFill>
            </a:endParaRPr>
          </a:p>
          <a:p>
            <a:pPr marL="457200" indent="-457200" algn="l">
              <a:lnSpc>
                <a:spcPct val="100000"/>
              </a:lnSpc>
              <a:buClr>
                <a:schemeClr val="accent1"/>
              </a:buClr>
              <a:buFont typeface="Wingdings" panose="05000000000000000000" pitchFamily="2" charset="2"/>
              <a:buChar char="§"/>
            </a:pPr>
            <a:endParaRPr lang="en-AU" sz="2800" i="0" dirty="0">
              <a:solidFill>
                <a:schemeClr val="tx1"/>
              </a:solidFill>
            </a:endParaRPr>
          </a:p>
          <a:p>
            <a:pPr lvl="1">
              <a:buClr>
                <a:schemeClr val="accent1"/>
              </a:buClr>
            </a:pPr>
            <a:endParaRPr lang="en-AU" sz="2400" i="0" dirty="0">
              <a:solidFill>
                <a:schemeClr val="tx1"/>
              </a:solidFill>
            </a:endParaRPr>
          </a:p>
        </p:txBody>
      </p:sp>
      <p:sp>
        <p:nvSpPr>
          <p:cNvPr id="6" name="Text Placeholder 2"/>
          <p:cNvSpPr txBox="1">
            <a:spLocks/>
          </p:cNvSpPr>
          <p:nvPr/>
        </p:nvSpPr>
        <p:spPr>
          <a:xfrm>
            <a:off x="422512" y="537234"/>
            <a:ext cx="11220853" cy="819150"/>
          </a:xfrm>
          <a:prstGeom prst="rect">
            <a:avLst/>
          </a:prstGeom>
        </p:spPr>
        <p:txBody>
          <a:bodyPr vert="horz" lIns="91440" tIns="45720" rIns="91440" bIns="45720" rtlCol="0" anchor="ctr">
            <a:noAutofit/>
          </a:bodyPr>
          <a:lstStyle>
            <a:lvl1pPr marL="0" indent="0" algn="r" defTabSz="914400" rtl="0" eaLnBrk="1" latinLnBrk="0" hangingPunct="1">
              <a:lnSpc>
                <a:spcPct val="113000"/>
              </a:lnSpc>
              <a:spcBef>
                <a:spcPts val="0"/>
              </a:spcBef>
              <a:buFont typeface="Arial" panose="020B0604020202020204" pitchFamily="34" charset="0"/>
              <a:buNone/>
              <a:defRPr sz="2000" b="0" i="1" kern="1200" baseline="0">
                <a:solidFill>
                  <a:schemeClr val="accent1"/>
                </a:solidFill>
                <a:latin typeface="+mn-lt"/>
                <a:ea typeface="+mn-ea"/>
                <a:cs typeface="+mn-cs"/>
              </a:defRPr>
            </a:lvl1pPr>
            <a:lvl2pPr marL="457200" indent="0" algn="l" defTabSz="914400" rtl="0" eaLnBrk="1" latinLnBrk="0" hangingPunct="1">
              <a:lnSpc>
                <a:spcPct val="112000"/>
              </a:lnSpc>
              <a:spcBef>
                <a:spcPts val="900"/>
              </a:spcBef>
              <a:buFont typeface="Corbel" panose="020B0503020204020204" pitchFamily="34" charset="0"/>
              <a:buNone/>
              <a:defRPr sz="2000" kern="1200" baseline="0">
                <a:solidFill>
                  <a:schemeClr val="tx1">
                    <a:tint val="75000"/>
                  </a:schemeClr>
                </a:solidFill>
                <a:latin typeface="+mn-lt"/>
                <a:ea typeface="+mn-ea"/>
                <a:cs typeface="+mn-cs"/>
              </a:defRPr>
            </a:lvl2pPr>
            <a:lvl3pPr marL="914400" indent="0" algn="l" defTabSz="914400" rtl="0" eaLnBrk="1" latinLnBrk="0" hangingPunct="1">
              <a:lnSpc>
                <a:spcPct val="112000"/>
              </a:lnSpc>
              <a:spcBef>
                <a:spcPts val="900"/>
              </a:spcBef>
              <a:buFont typeface="Arial" panose="020B0604020202020204" pitchFamily="34" charset="0"/>
              <a:buNone/>
              <a:defRPr sz="1800" kern="1200" baseline="0">
                <a:solidFill>
                  <a:schemeClr val="tx1">
                    <a:tint val="75000"/>
                  </a:schemeClr>
                </a:solidFill>
                <a:latin typeface="+mn-lt"/>
                <a:ea typeface="+mn-ea"/>
                <a:cs typeface="+mn-cs"/>
              </a:defRPr>
            </a:lvl3pPr>
            <a:lvl4pPr marL="1371600" indent="0" algn="l" defTabSz="914400" rtl="0" eaLnBrk="1" latinLnBrk="0" hangingPunct="1">
              <a:lnSpc>
                <a:spcPct val="112000"/>
              </a:lnSpc>
              <a:spcBef>
                <a:spcPts val="900"/>
              </a:spcBef>
              <a:buFont typeface="Corbel" panose="020B0503020204020204" pitchFamily="34" charset="0"/>
              <a:buNone/>
              <a:defRPr sz="1600" kern="1200" baseline="0">
                <a:solidFill>
                  <a:schemeClr val="tx1">
                    <a:tint val="75000"/>
                  </a:schemeClr>
                </a:solidFill>
                <a:latin typeface="+mn-lt"/>
                <a:ea typeface="+mn-ea"/>
                <a:cs typeface="+mn-cs"/>
              </a:defRPr>
            </a:lvl4pPr>
            <a:lvl5pPr marL="1828800" indent="0" algn="l" defTabSz="914400" rtl="0" eaLnBrk="1" latinLnBrk="0" hangingPunct="1">
              <a:lnSpc>
                <a:spcPct val="112000"/>
              </a:lnSpc>
              <a:spcBef>
                <a:spcPts val="900"/>
              </a:spcBef>
              <a:buFont typeface="Arial" panose="020B0604020202020204" pitchFamily="34" charset="0"/>
              <a:buNone/>
              <a:defRPr sz="1600" i="1" kern="1200" baseline="0">
                <a:solidFill>
                  <a:schemeClr val="tx1">
                    <a:tint val="75000"/>
                  </a:schemeClr>
                </a:solidFill>
                <a:latin typeface="+mn-lt"/>
                <a:ea typeface="+mn-ea"/>
                <a:cs typeface="+mn-cs"/>
              </a:defRPr>
            </a:lvl5pPr>
            <a:lvl6pPr marL="2286000" indent="0" algn="l" defTabSz="914400" rtl="0" eaLnBrk="1" latinLnBrk="0" hangingPunct="1">
              <a:lnSpc>
                <a:spcPct val="112000"/>
              </a:lnSpc>
              <a:spcBef>
                <a:spcPts val="1300"/>
              </a:spcBef>
              <a:buFont typeface="Corbel" panose="020B0503020204020204" pitchFamily="34" charset="0"/>
              <a:buNone/>
              <a:defRPr sz="1600" kern="1200">
                <a:solidFill>
                  <a:schemeClr val="tx1">
                    <a:tint val="75000"/>
                  </a:schemeClr>
                </a:solidFill>
                <a:latin typeface="+mn-lt"/>
                <a:ea typeface="+mn-ea"/>
                <a:cs typeface="+mn-cs"/>
              </a:defRPr>
            </a:lvl6pPr>
            <a:lvl7pPr marL="2743200" indent="0" algn="l" defTabSz="914400" rtl="0" eaLnBrk="1" latinLnBrk="0" hangingPunct="1">
              <a:lnSpc>
                <a:spcPct val="112000"/>
              </a:lnSpc>
              <a:spcBef>
                <a:spcPts val="1300"/>
              </a:spcBef>
              <a:buFont typeface="Arial" panose="020B0604020202020204" pitchFamily="34" charset="0"/>
              <a:buNone/>
              <a:defRPr sz="1600" i="1" kern="1200">
                <a:solidFill>
                  <a:schemeClr val="tx1">
                    <a:tint val="75000"/>
                  </a:schemeClr>
                </a:solidFill>
                <a:latin typeface="+mn-lt"/>
                <a:ea typeface="+mn-ea"/>
                <a:cs typeface="+mn-cs"/>
              </a:defRPr>
            </a:lvl7pPr>
            <a:lvl8pPr marL="3200400" indent="0" algn="l" defTabSz="914400" rtl="0" eaLnBrk="1" latinLnBrk="0" hangingPunct="1">
              <a:lnSpc>
                <a:spcPct val="112000"/>
              </a:lnSpc>
              <a:spcBef>
                <a:spcPts val="1300"/>
              </a:spcBef>
              <a:buFont typeface="Corbel" panose="020B0503020204020204" pitchFamily="34" charset="0"/>
              <a:buNone/>
              <a:defRPr sz="1600" kern="1200">
                <a:solidFill>
                  <a:schemeClr val="tx1">
                    <a:tint val="75000"/>
                  </a:schemeClr>
                </a:solidFill>
                <a:latin typeface="+mn-lt"/>
                <a:ea typeface="+mn-ea"/>
                <a:cs typeface="+mn-cs"/>
              </a:defRPr>
            </a:lvl8pPr>
            <a:lvl9pPr marL="3657600" indent="0" algn="l" defTabSz="914400" rtl="0" eaLnBrk="1" latinLnBrk="0" hangingPunct="1">
              <a:lnSpc>
                <a:spcPct val="112000"/>
              </a:lnSpc>
              <a:spcBef>
                <a:spcPts val="1300"/>
              </a:spcBef>
              <a:buFont typeface="Arial" panose="020B0604020202020204" pitchFamily="34" charset="0"/>
              <a:buNone/>
              <a:defRPr sz="1600" i="1" kern="1200" baseline="0">
                <a:solidFill>
                  <a:schemeClr val="tx1">
                    <a:tint val="75000"/>
                  </a:schemeClr>
                </a:solidFill>
                <a:latin typeface="+mn-lt"/>
                <a:ea typeface="+mn-ea"/>
                <a:cs typeface="+mn-cs"/>
              </a:defRPr>
            </a:lvl9pPr>
          </a:lstStyle>
          <a:p>
            <a:pPr marL="0" marR="0" lvl="0" indent="0" algn="ctr" defTabSz="914400" rtl="0" eaLnBrk="1" fontAlgn="auto" latinLnBrk="0" hangingPunct="1">
              <a:lnSpc>
                <a:spcPct val="113000"/>
              </a:lnSpc>
              <a:spcBef>
                <a:spcPts val="0"/>
              </a:spcBef>
              <a:spcAft>
                <a:spcPts val="0"/>
              </a:spcAft>
              <a:buClrTx/>
              <a:buSzTx/>
              <a:buFont typeface="Arial" panose="020B0604020202020204" pitchFamily="34" charset="0"/>
              <a:buNone/>
              <a:tabLst/>
              <a:defRPr/>
            </a:pPr>
            <a:r>
              <a:rPr kumimoji="0" lang="en-AU" sz="4800" b="1" i="1" u="sng" strike="noStrike" kern="1200" cap="none" spc="0" normalizeH="0" baseline="0" noProof="0" dirty="0">
                <a:ln>
                  <a:noFill/>
                </a:ln>
                <a:solidFill>
                  <a:prstClr val="black"/>
                </a:solidFill>
                <a:effectLst/>
                <a:uLnTx/>
                <a:uFillTx/>
                <a:latin typeface="Corbel" panose="020B0503020204020204"/>
                <a:ea typeface="+mn-ea"/>
                <a:cs typeface="+mn-cs"/>
              </a:rPr>
              <a:t>Strengths and Limitations</a:t>
            </a:r>
            <a:r>
              <a:rPr kumimoji="0" lang="en-AU" sz="4800" b="1" i="1" u="sng" strike="noStrike" kern="1200" cap="none" spc="0" normalizeH="0" noProof="0" dirty="0">
                <a:ln>
                  <a:noFill/>
                </a:ln>
                <a:solidFill>
                  <a:prstClr val="black"/>
                </a:solidFill>
                <a:effectLst/>
                <a:uLnTx/>
                <a:uFillTx/>
                <a:latin typeface="Corbel" panose="020B0503020204020204"/>
                <a:ea typeface="+mn-ea"/>
                <a:cs typeface="+mn-cs"/>
              </a:rPr>
              <a:t> of Interference Theory</a:t>
            </a:r>
            <a:endParaRPr kumimoji="0" lang="en-AU" sz="4800" b="1" i="1" u="sng" strike="noStrike" kern="1200" cap="none" spc="0" normalizeH="0" baseline="0" noProof="0" dirty="0">
              <a:ln>
                <a:noFill/>
              </a:ln>
              <a:solidFill>
                <a:prstClr val="black"/>
              </a:solidFill>
              <a:effectLst/>
              <a:uLnTx/>
              <a:uFillTx/>
              <a:latin typeface="Corbel" panose="020B0503020204020204"/>
              <a:ea typeface="+mn-ea"/>
              <a:cs typeface="+mn-cs"/>
            </a:endParaRPr>
          </a:p>
        </p:txBody>
      </p:sp>
    </p:spTree>
    <p:extLst>
      <p:ext uri="{BB962C8B-B14F-4D97-AF65-F5344CB8AC3E}">
        <p14:creationId xmlns:p14="http://schemas.microsoft.com/office/powerpoint/2010/main" val="712827353"/>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6" name="Text Placeholder 4"/>
          <p:cNvSpPr>
            <a:spLocks noGrp="1"/>
          </p:cNvSpPr>
          <p:nvPr>
            <p:ph type="body" idx="1"/>
          </p:nvPr>
        </p:nvSpPr>
        <p:spPr>
          <a:xfrm>
            <a:off x="398834" y="2638890"/>
            <a:ext cx="10905436" cy="819150"/>
          </a:xfrm>
        </p:spPr>
        <p:txBody>
          <a:bodyPr>
            <a:noAutofit/>
          </a:bodyPr>
          <a:lstStyle/>
          <a:p>
            <a:pPr algn="l"/>
            <a:r>
              <a:rPr lang="en-AU" sz="7200" b="1" dirty="0">
                <a:latin typeface="+mj-lt"/>
              </a:rPr>
              <a:t>Improving Memory </a:t>
            </a:r>
          </a:p>
        </p:txBody>
      </p:sp>
    </p:spTree>
    <p:extLst>
      <p:ext uri="{BB962C8B-B14F-4D97-AF65-F5344CB8AC3E}">
        <p14:creationId xmlns:p14="http://schemas.microsoft.com/office/powerpoint/2010/main" val="106673263"/>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C4334FB-2456-6BD5-A9F3-B93B487FADE5}"/>
            </a:ext>
          </a:extLst>
        </p:cNvPr>
        <p:cNvGrpSpPr/>
        <p:nvPr/>
      </p:nvGrpSpPr>
      <p:grpSpPr>
        <a:xfrm>
          <a:off x="0" y="0"/>
          <a:ext cx="0" cy="0"/>
          <a:chOff x="0" y="0"/>
          <a:chExt cx="0" cy="0"/>
        </a:xfrm>
      </p:grpSpPr>
      <p:sp>
        <p:nvSpPr>
          <p:cNvPr id="5" name="Text Placeholder 4">
            <a:extLst>
              <a:ext uri="{FF2B5EF4-FFF2-40B4-BE49-F238E27FC236}">
                <a16:creationId xmlns:a16="http://schemas.microsoft.com/office/drawing/2014/main" id="{553C700F-A77C-0999-020B-62BF4426832F}"/>
              </a:ext>
            </a:extLst>
          </p:cNvPr>
          <p:cNvSpPr>
            <a:spLocks noGrp="1"/>
          </p:cNvSpPr>
          <p:nvPr>
            <p:ph type="body" idx="1"/>
          </p:nvPr>
        </p:nvSpPr>
        <p:spPr>
          <a:xfrm>
            <a:off x="4478481" y="254644"/>
            <a:ext cx="6996707" cy="819150"/>
          </a:xfrm>
        </p:spPr>
        <p:txBody>
          <a:bodyPr>
            <a:normAutofit/>
          </a:bodyPr>
          <a:lstStyle/>
          <a:p>
            <a:pPr algn="l"/>
            <a:r>
              <a:rPr lang="en-AU" sz="4000" b="1" u="sng" dirty="0">
                <a:solidFill>
                  <a:schemeClr val="tx1"/>
                </a:solidFill>
              </a:rPr>
              <a:t>Learning Objectives         </a:t>
            </a:r>
          </a:p>
        </p:txBody>
      </p:sp>
      <p:pic>
        <p:nvPicPr>
          <p:cNvPr id="8" name="Picture 7">
            <a:extLst>
              <a:ext uri="{FF2B5EF4-FFF2-40B4-BE49-F238E27FC236}">
                <a16:creationId xmlns:a16="http://schemas.microsoft.com/office/drawing/2014/main" id="{F2038BAD-496E-78D5-6FF2-A6E0C4788E9C}"/>
              </a:ext>
            </a:extLst>
          </p:cNvPr>
          <p:cNvPicPr>
            <a:picLocks noChangeAspect="1"/>
          </p:cNvPicPr>
          <p:nvPr/>
        </p:nvPicPr>
        <p:blipFill>
          <a:blip r:embed="rId2"/>
          <a:stretch>
            <a:fillRect/>
          </a:stretch>
        </p:blipFill>
        <p:spPr>
          <a:xfrm>
            <a:off x="0" y="0"/>
            <a:ext cx="4202253" cy="6858000"/>
          </a:xfrm>
          <a:prstGeom prst="rect">
            <a:avLst/>
          </a:prstGeom>
        </p:spPr>
      </p:pic>
      <p:sp>
        <p:nvSpPr>
          <p:cNvPr id="9" name="Text Placeholder 4">
            <a:extLst>
              <a:ext uri="{FF2B5EF4-FFF2-40B4-BE49-F238E27FC236}">
                <a16:creationId xmlns:a16="http://schemas.microsoft.com/office/drawing/2014/main" id="{BAFA794E-6805-AED2-E2FE-BF07883EFE3F}"/>
              </a:ext>
            </a:extLst>
          </p:cNvPr>
          <p:cNvSpPr txBox="1">
            <a:spLocks/>
          </p:cNvSpPr>
          <p:nvPr/>
        </p:nvSpPr>
        <p:spPr>
          <a:xfrm>
            <a:off x="4202253" y="664219"/>
            <a:ext cx="7989747" cy="5813714"/>
          </a:xfrm>
          <a:prstGeom prst="rect">
            <a:avLst/>
          </a:prstGeom>
        </p:spPr>
        <p:txBody>
          <a:bodyPr vert="horz" lIns="91440" tIns="45720" rIns="91440" bIns="45720" rtlCol="0" anchor="ctr">
            <a:noAutofit/>
          </a:bodyPr>
          <a:lstStyle>
            <a:lvl1pPr marL="0" indent="0" algn="r" defTabSz="914400" rtl="0" eaLnBrk="1" latinLnBrk="0" hangingPunct="1">
              <a:lnSpc>
                <a:spcPct val="113000"/>
              </a:lnSpc>
              <a:spcBef>
                <a:spcPts val="0"/>
              </a:spcBef>
              <a:buFont typeface="Arial" panose="020B0604020202020204" pitchFamily="34" charset="0"/>
              <a:buNone/>
              <a:defRPr sz="2000" b="0" i="1" kern="1200" baseline="0">
                <a:solidFill>
                  <a:schemeClr val="accent1"/>
                </a:solidFill>
                <a:latin typeface="+mn-lt"/>
                <a:ea typeface="+mn-ea"/>
                <a:cs typeface="+mn-cs"/>
              </a:defRPr>
            </a:lvl1pPr>
            <a:lvl2pPr marL="457200" indent="0" algn="l" defTabSz="914400" rtl="0" eaLnBrk="1" latinLnBrk="0" hangingPunct="1">
              <a:lnSpc>
                <a:spcPct val="112000"/>
              </a:lnSpc>
              <a:spcBef>
                <a:spcPts val="900"/>
              </a:spcBef>
              <a:buFont typeface="Corbel" panose="020B0503020204020204" pitchFamily="34" charset="0"/>
              <a:buNone/>
              <a:defRPr sz="2000" kern="1200" baseline="0">
                <a:solidFill>
                  <a:schemeClr val="tx1">
                    <a:tint val="75000"/>
                  </a:schemeClr>
                </a:solidFill>
                <a:latin typeface="+mn-lt"/>
                <a:ea typeface="+mn-ea"/>
                <a:cs typeface="+mn-cs"/>
              </a:defRPr>
            </a:lvl2pPr>
            <a:lvl3pPr marL="914400" indent="0" algn="l" defTabSz="914400" rtl="0" eaLnBrk="1" latinLnBrk="0" hangingPunct="1">
              <a:lnSpc>
                <a:spcPct val="112000"/>
              </a:lnSpc>
              <a:spcBef>
                <a:spcPts val="900"/>
              </a:spcBef>
              <a:buFont typeface="Arial" panose="020B0604020202020204" pitchFamily="34" charset="0"/>
              <a:buNone/>
              <a:defRPr sz="1800" kern="1200" baseline="0">
                <a:solidFill>
                  <a:schemeClr val="tx1">
                    <a:tint val="75000"/>
                  </a:schemeClr>
                </a:solidFill>
                <a:latin typeface="+mn-lt"/>
                <a:ea typeface="+mn-ea"/>
                <a:cs typeface="+mn-cs"/>
              </a:defRPr>
            </a:lvl3pPr>
            <a:lvl4pPr marL="1371600" indent="0" algn="l" defTabSz="914400" rtl="0" eaLnBrk="1" latinLnBrk="0" hangingPunct="1">
              <a:lnSpc>
                <a:spcPct val="112000"/>
              </a:lnSpc>
              <a:spcBef>
                <a:spcPts val="900"/>
              </a:spcBef>
              <a:buFont typeface="Corbel" panose="020B0503020204020204" pitchFamily="34" charset="0"/>
              <a:buNone/>
              <a:defRPr sz="1600" kern="1200" baseline="0">
                <a:solidFill>
                  <a:schemeClr val="tx1">
                    <a:tint val="75000"/>
                  </a:schemeClr>
                </a:solidFill>
                <a:latin typeface="+mn-lt"/>
                <a:ea typeface="+mn-ea"/>
                <a:cs typeface="+mn-cs"/>
              </a:defRPr>
            </a:lvl4pPr>
            <a:lvl5pPr marL="1828800" indent="0" algn="l" defTabSz="914400" rtl="0" eaLnBrk="1" latinLnBrk="0" hangingPunct="1">
              <a:lnSpc>
                <a:spcPct val="112000"/>
              </a:lnSpc>
              <a:spcBef>
                <a:spcPts val="900"/>
              </a:spcBef>
              <a:buFont typeface="Arial" panose="020B0604020202020204" pitchFamily="34" charset="0"/>
              <a:buNone/>
              <a:defRPr sz="1600" i="1" kern="1200" baseline="0">
                <a:solidFill>
                  <a:schemeClr val="tx1">
                    <a:tint val="75000"/>
                  </a:schemeClr>
                </a:solidFill>
                <a:latin typeface="+mn-lt"/>
                <a:ea typeface="+mn-ea"/>
                <a:cs typeface="+mn-cs"/>
              </a:defRPr>
            </a:lvl5pPr>
            <a:lvl6pPr marL="2286000" indent="0" algn="l" defTabSz="914400" rtl="0" eaLnBrk="1" latinLnBrk="0" hangingPunct="1">
              <a:lnSpc>
                <a:spcPct val="112000"/>
              </a:lnSpc>
              <a:spcBef>
                <a:spcPts val="1300"/>
              </a:spcBef>
              <a:buFont typeface="Corbel" panose="020B0503020204020204" pitchFamily="34" charset="0"/>
              <a:buNone/>
              <a:defRPr sz="1600" kern="1200">
                <a:solidFill>
                  <a:schemeClr val="tx1">
                    <a:tint val="75000"/>
                  </a:schemeClr>
                </a:solidFill>
                <a:latin typeface="+mn-lt"/>
                <a:ea typeface="+mn-ea"/>
                <a:cs typeface="+mn-cs"/>
              </a:defRPr>
            </a:lvl6pPr>
            <a:lvl7pPr marL="2743200" indent="0" algn="l" defTabSz="914400" rtl="0" eaLnBrk="1" latinLnBrk="0" hangingPunct="1">
              <a:lnSpc>
                <a:spcPct val="112000"/>
              </a:lnSpc>
              <a:spcBef>
                <a:spcPts val="1300"/>
              </a:spcBef>
              <a:buFont typeface="Arial" panose="020B0604020202020204" pitchFamily="34" charset="0"/>
              <a:buNone/>
              <a:defRPr sz="1600" i="1" kern="1200">
                <a:solidFill>
                  <a:schemeClr val="tx1">
                    <a:tint val="75000"/>
                  </a:schemeClr>
                </a:solidFill>
                <a:latin typeface="+mn-lt"/>
                <a:ea typeface="+mn-ea"/>
                <a:cs typeface="+mn-cs"/>
              </a:defRPr>
            </a:lvl7pPr>
            <a:lvl8pPr marL="3200400" indent="0" algn="l" defTabSz="914400" rtl="0" eaLnBrk="1" latinLnBrk="0" hangingPunct="1">
              <a:lnSpc>
                <a:spcPct val="112000"/>
              </a:lnSpc>
              <a:spcBef>
                <a:spcPts val="1300"/>
              </a:spcBef>
              <a:buFont typeface="Corbel" panose="020B0503020204020204" pitchFamily="34" charset="0"/>
              <a:buNone/>
              <a:defRPr sz="1600" kern="1200">
                <a:solidFill>
                  <a:schemeClr val="tx1">
                    <a:tint val="75000"/>
                  </a:schemeClr>
                </a:solidFill>
                <a:latin typeface="+mn-lt"/>
                <a:ea typeface="+mn-ea"/>
                <a:cs typeface="+mn-cs"/>
              </a:defRPr>
            </a:lvl8pPr>
            <a:lvl9pPr marL="3657600" indent="0" algn="l" defTabSz="914400" rtl="0" eaLnBrk="1" latinLnBrk="0" hangingPunct="1">
              <a:lnSpc>
                <a:spcPct val="112000"/>
              </a:lnSpc>
              <a:spcBef>
                <a:spcPts val="1300"/>
              </a:spcBef>
              <a:buFont typeface="Arial" panose="020B0604020202020204" pitchFamily="34" charset="0"/>
              <a:buNone/>
              <a:defRPr sz="1600" i="1" kern="1200" baseline="0">
                <a:solidFill>
                  <a:schemeClr val="tx1">
                    <a:tint val="75000"/>
                  </a:schemeClr>
                </a:solidFill>
                <a:latin typeface="+mn-lt"/>
                <a:ea typeface="+mn-ea"/>
                <a:cs typeface="+mn-cs"/>
              </a:defRPr>
            </a:lvl9pPr>
          </a:lstStyle>
          <a:p>
            <a:pPr marL="457200" indent="-457200" algn="l">
              <a:buClr>
                <a:schemeClr val="accent1"/>
              </a:buClr>
              <a:buFont typeface="Wingdings" panose="05000000000000000000" pitchFamily="2" charset="2"/>
              <a:buChar char="§"/>
            </a:pPr>
            <a:r>
              <a:rPr lang="en-AU" sz="2800" i="0" dirty="0">
                <a:solidFill>
                  <a:schemeClr val="tx1"/>
                </a:solidFill>
              </a:rPr>
              <a:t>Contrast recall, recognition and relearning.</a:t>
            </a:r>
            <a:endParaRPr lang="en-AU" sz="1200" i="0" dirty="0">
              <a:solidFill>
                <a:schemeClr val="tx1"/>
              </a:solidFill>
            </a:endParaRPr>
          </a:p>
          <a:p>
            <a:pPr marL="457200" indent="-457200" algn="l">
              <a:buClr>
                <a:schemeClr val="accent1"/>
              </a:buClr>
              <a:buFont typeface="Wingdings" panose="05000000000000000000" pitchFamily="2" charset="2"/>
              <a:buChar char="§"/>
            </a:pPr>
            <a:r>
              <a:rPr lang="en-AU" sz="2800" i="0" dirty="0">
                <a:solidFill>
                  <a:schemeClr val="tx1"/>
                </a:solidFill>
              </a:rPr>
              <a:t>Describe problems with memory such as encoding failure, retrieval failure and interference effects.</a:t>
            </a:r>
          </a:p>
          <a:p>
            <a:pPr marL="457200" indent="-457200" algn="l">
              <a:buClr>
                <a:schemeClr val="accent1"/>
              </a:buClr>
              <a:buFont typeface="Wingdings" panose="05000000000000000000" pitchFamily="2" charset="2"/>
              <a:buChar char="§"/>
            </a:pPr>
            <a:r>
              <a:rPr lang="en-AU" sz="2800" i="0" dirty="0">
                <a:solidFill>
                  <a:srgbClr val="FF0000"/>
                </a:solidFill>
              </a:rPr>
              <a:t>Discuss strategies to improve memory, including spacing, interleaving, chunking, elaborative and maintenance rehearsal, and the method of loci.</a:t>
            </a:r>
          </a:p>
        </p:txBody>
      </p:sp>
    </p:spTree>
    <p:extLst>
      <p:ext uri="{BB962C8B-B14F-4D97-AF65-F5344CB8AC3E}">
        <p14:creationId xmlns:p14="http://schemas.microsoft.com/office/powerpoint/2010/main" val="2871410023"/>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C81BCB7-3F75-F16B-11A3-A9EF66D3B730}"/>
            </a:ext>
          </a:extLst>
        </p:cNvPr>
        <p:cNvGrpSpPr/>
        <p:nvPr/>
      </p:nvGrpSpPr>
      <p:grpSpPr>
        <a:xfrm>
          <a:off x="0" y="0"/>
          <a:ext cx="0" cy="0"/>
          <a:chOff x="0" y="0"/>
          <a:chExt cx="0" cy="0"/>
        </a:xfrm>
      </p:grpSpPr>
      <p:sp>
        <p:nvSpPr>
          <p:cNvPr id="5" name="Text Placeholder 4">
            <a:extLst>
              <a:ext uri="{FF2B5EF4-FFF2-40B4-BE49-F238E27FC236}">
                <a16:creationId xmlns:a16="http://schemas.microsoft.com/office/drawing/2014/main" id="{2DA05336-9BF4-D3AA-A67E-6B7DD96FE540}"/>
              </a:ext>
            </a:extLst>
          </p:cNvPr>
          <p:cNvSpPr>
            <a:spLocks noGrp="1"/>
          </p:cNvSpPr>
          <p:nvPr>
            <p:ph type="body" idx="1"/>
          </p:nvPr>
        </p:nvSpPr>
        <p:spPr>
          <a:xfrm>
            <a:off x="-119354" y="1685628"/>
            <a:ext cx="11833769" cy="2715452"/>
          </a:xfrm>
        </p:spPr>
        <p:txBody>
          <a:bodyPr>
            <a:noAutofit/>
          </a:bodyPr>
          <a:lstStyle/>
          <a:p>
            <a:pPr algn="l">
              <a:lnSpc>
                <a:spcPct val="100000"/>
              </a:lnSpc>
              <a:buClr>
                <a:schemeClr val="accent1"/>
              </a:buClr>
            </a:pPr>
            <a:endParaRPr lang="en-AU" sz="2800" i="0" dirty="0">
              <a:solidFill>
                <a:schemeClr val="tx1"/>
              </a:solidFill>
            </a:endParaRPr>
          </a:p>
          <a:p>
            <a:pPr marL="457200" indent="-457200" algn="l">
              <a:lnSpc>
                <a:spcPct val="100000"/>
              </a:lnSpc>
              <a:buClr>
                <a:schemeClr val="accent1"/>
              </a:buClr>
              <a:buFont typeface="Wingdings" panose="05000000000000000000" pitchFamily="2" charset="2"/>
              <a:buChar char="§"/>
            </a:pPr>
            <a:endParaRPr lang="en-AU" sz="2800" i="0" dirty="0">
              <a:solidFill>
                <a:schemeClr val="tx1"/>
              </a:solidFill>
            </a:endParaRPr>
          </a:p>
          <a:p>
            <a:pPr marL="800100" lvl="1" indent="-342900">
              <a:buClr>
                <a:schemeClr val="accent1"/>
              </a:buClr>
              <a:buFont typeface="Arial" panose="020B0604020202020204" pitchFamily="34" charset="0"/>
              <a:buChar char="•"/>
            </a:pPr>
            <a:endParaRPr lang="en-AU" sz="2400" i="0" dirty="0">
              <a:solidFill>
                <a:schemeClr val="tx1"/>
              </a:solidFill>
            </a:endParaRPr>
          </a:p>
        </p:txBody>
      </p:sp>
      <p:sp>
        <p:nvSpPr>
          <p:cNvPr id="6" name="Text Placeholder 2">
            <a:extLst>
              <a:ext uri="{FF2B5EF4-FFF2-40B4-BE49-F238E27FC236}">
                <a16:creationId xmlns:a16="http://schemas.microsoft.com/office/drawing/2014/main" id="{1A8ADF16-B811-32B5-D3D4-D6FE923BBF86}"/>
              </a:ext>
            </a:extLst>
          </p:cNvPr>
          <p:cNvSpPr txBox="1">
            <a:spLocks/>
          </p:cNvSpPr>
          <p:nvPr/>
        </p:nvSpPr>
        <p:spPr>
          <a:xfrm>
            <a:off x="399215" y="50352"/>
            <a:ext cx="11220853" cy="819150"/>
          </a:xfrm>
          <a:prstGeom prst="rect">
            <a:avLst/>
          </a:prstGeom>
        </p:spPr>
        <p:txBody>
          <a:bodyPr vert="horz" lIns="91440" tIns="45720" rIns="91440" bIns="45720" rtlCol="0" anchor="ctr">
            <a:noAutofit/>
          </a:bodyPr>
          <a:lstStyle>
            <a:lvl1pPr marL="0" indent="0" algn="r" defTabSz="914400" rtl="0" eaLnBrk="1" latinLnBrk="0" hangingPunct="1">
              <a:lnSpc>
                <a:spcPct val="113000"/>
              </a:lnSpc>
              <a:spcBef>
                <a:spcPts val="0"/>
              </a:spcBef>
              <a:buFont typeface="Arial" panose="020B0604020202020204" pitchFamily="34" charset="0"/>
              <a:buNone/>
              <a:defRPr sz="2000" b="0" i="1" kern="1200" baseline="0">
                <a:solidFill>
                  <a:schemeClr val="accent1"/>
                </a:solidFill>
                <a:latin typeface="+mn-lt"/>
                <a:ea typeface="+mn-ea"/>
                <a:cs typeface="+mn-cs"/>
              </a:defRPr>
            </a:lvl1pPr>
            <a:lvl2pPr marL="457200" indent="0" algn="l" defTabSz="914400" rtl="0" eaLnBrk="1" latinLnBrk="0" hangingPunct="1">
              <a:lnSpc>
                <a:spcPct val="112000"/>
              </a:lnSpc>
              <a:spcBef>
                <a:spcPts val="900"/>
              </a:spcBef>
              <a:buFont typeface="Corbel" panose="020B0503020204020204" pitchFamily="34" charset="0"/>
              <a:buNone/>
              <a:defRPr sz="2000" kern="1200" baseline="0">
                <a:solidFill>
                  <a:schemeClr val="tx1">
                    <a:tint val="75000"/>
                  </a:schemeClr>
                </a:solidFill>
                <a:latin typeface="+mn-lt"/>
                <a:ea typeface="+mn-ea"/>
                <a:cs typeface="+mn-cs"/>
              </a:defRPr>
            </a:lvl2pPr>
            <a:lvl3pPr marL="914400" indent="0" algn="l" defTabSz="914400" rtl="0" eaLnBrk="1" latinLnBrk="0" hangingPunct="1">
              <a:lnSpc>
                <a:spcPct val="112000"/>
              </a:lnSpc>
              <a:spcBef>
                <a:spcPts val="900"/>
              </a:spcBef>
              <a:buFont typeface="Arial" panose="020B0604020202020204" pitchFamily="34" charset="0"/>
              <a:buNone/>
              <a:defRPr sz="1800" kern="1200" baseline="0">
                <a:solidFill>
                  <a:schemeClr val="tx1">
                    <a:tint val="75000"/>
                  </a:schemeClr>
                </a:solidFill>
                <a:latin typeface="+mn-lt"/>
                <a:ea typeface="+mn-ea"/>
                <a:cs typeface="+mn-cs"/>
              </a:defRPr>
            </a:lvl3pPr>
            <a:lvl4pPr marL="1371600" indent="0" algn="l" defTabSz="914400" rtl="0" eaLnBrk="1" latinLnBrk="0" hangingPunct="1">
              <a:lnSpc>
                <a:spcPct val="112000"/>
              </a:lnSpc>
              <a:spcBef>
                <a:spcPts val="900"/>
              </a:spcBef>
              <a:buFont typeface="Corbel" panose="020B0503020204020204" pitchFamily="34" charset="0"/>
              <a:buNone/>
              <a:defRPr sz="1600" kern="1200" baseline="0">
                <a:solidFill>
                  <a:schemeClr val="tx1">
                    <a:tint val="75000"/>
                  </a:schemeClr>
                </a:solidFill>
                <a:latin typeface="+mn-lt"/>
                <a:ea typeface="+mn-ea"/>
                <a:cs typeface="+mn-cs"/>
              </a:defRPr>
            </a:lvl4pPr>
            <a:lvl5pPr marL="1828800" indent="0" algn="l" defTabSz="914400" rtl="0" eaLnBrk="1" latinLnBrk="0" hangingPunct="1">
              <a:lnSpc>
                <a:spcPct val="112000"/>
              </a:lnSpc>
              <a:spcBef>
                <a:spcPts val="900"/>
              </a:spcBef>
              <a:buFont typeface="Arial" panose="020B0604020202020204" pitchFamily="34" charset="0"/>
              <a:buNone/>
              <a:defRPr sz="1600" i="1" kern="1200" baseline="0">
                <a:solidFill>
                  <a:schemeClr val="tx1">
                    <a:tint val="75000"/>
                  </a:schemeClr>
                </a:solidFill>
                <a:latin typeface="+mn-lt"/>
                <a:ea typeface="+mn-ea"/>
                <a:cs typeface="+mn-cs"/>
              </a:defRPr>
            </a:lvl5pPr>
            <a:lvl6pPr marL="2286000" indent="0" algn="l" defTabSz="914400" rtl="0" eaLnBrk="1" latinLnBrk="0" hangingPunct="1">
              <a:lnSpc>
                <a:spcPct val="112000"/>
              </a:lnSpc>
              <a:spcBef>
                <a:spcPts val="1300"/>
              </a:spcBef>
              <a:buFont typeface="Corbel" panose="020B0503020204020204" pitchFamily="34" charset="0"/>
              <a:buNone/>
              <a:defRPr sz="1600" kern="1200">
                <a:solidFill>
                  <a:schemeClr val="tx1">
                    <a:tint val="75000"/>
                  </a:schemeClr>
                </a:solidFill>
                <a:latin typeface="+mn-lt"/>
                <a:ea typeface="+mn-ea"/>
                <a:cs typeface="+mn-cs"/>
              </a:defRPr>
            </a:lvl6pPr>
            <a:lvl7pPr marL="2743200" indent="0" algn="l" defTabSz="914400" rtl="0" eaLnBrk="1" latinLnBrk="0" hangingPunct="1">
              <a:lnSpc>
                <a:spcPct val="112000"/>
              </a:lnSpc>
              <a:spcBef>
                <a:spcPts val="1300"/>
              </a:spcBef>
              <a:buFont typeface="Arial" panose="020B0604020202020204" pitchFamily="34" charset="0"/>
              <a:buNone/>
              <a:defRPr sz="1600" i="1" kern="1200">
                <a:solidFill>
                  <a:schemeClr val="tx1">
                    <a:tint val="75000"/>
                  </a:schemeClr>
                </a:solidFill>
                <a:latin typeface="+mn-lt"/>
                <a:ea typeface="+mn-ea"/>
                <a:cs typeface="+mn-cs"/>
              </a:defRPr>
            </a:lvl7pPr>
            <a:lvl8pPr marL="3200400" indent="0" algn="l" defTabSz="914400" rtl="0" eaLnBrk="1" latinLnBrk="0" hangingPunct="1">
              <a:lnSpc>
                <a:spcPct val="112000"/>
              </a:lnSpc>
              <a:spcBef>
                <a:spcPts val="1300"/>
              </a:spcBef>
              <a:buFont typeface="Corbel" panose="020B0503020204020204" pitchFamily="34" charset="0"/>
              <a:buNone/>
              <a:defRPr sz="1600" kern="1200">
                <a:solidFill>
                  <a:schemeClr val="tx1">
                    <a:tint val="75000"/>
                  </a:schemeClr>
                </a:solidFill>
                <a:latin typeface="+mn-lt"/>
                <a:ea typeface="+mn-ea"/>
                <a:cs typeface="+mn-cs"/>
              </a:defRPr>
            </a:lvl8pPr>
            <a:lvl9pPr marL="3657600" indent="0" algn="l" defTabSz="914400" rtl="0" eaLnBrk="1" latinLnBrk="0" hangingPunct="1">
              <a:lnSpc>
                <a:spcPct val="112000"/>
              </a:lnSpc>
              <a:spcBef>
                <a:spcPts val="1300"/>
              </a:spcBef>
              <a:buFont typeface="Arial" panose="020B0604020202020204" pitchFamily="34" charset="0"/>
              <a:buNone/>
              <a:defRPr sz="1600" i="1" kern="1200" baseline="0">
                <a:solidFill>
                  <a:schemeClr val="tx1">
                    <a:tint val="75000"/>
                  </a:schemeClr>
                </a:solidFill>
                <a:latin typeface="+mn-lt"/>
                <a:ea typeface="+mn-ea"/>
                <a:cs typeface="+mn-cs"/>
              </a:defRPr>
            </a:lvl9pPr>
          </a:lstStyle>
          <a:p>
            <a:pPr marL="0" marR="0" lvl="0" indent="0" algn="ctr" defTabSz="914400" rtl="0" eaLnBrk="1" fontAlgn="auto" latinLnBrk="0" hangingPunct="1">
              <a:lnSpc>
                <a:spcPct val="113000"/>
              </a:lnSpc>
              <a:spcBef>
                <a:spcPts val="0"/>
              </a:spcBef>
              <a:spcAft>
                <a:spcPts val="0"/>
              </a:spcAft>
              <a:buClrTx/>
              <a:buSzTx/>
              <a:buFont typeface="Arial" panose="020B0604020202020204" pitchFamily="34" charset="0"/>
              <a:buNone/>
              <a:tabLst/>
              <a:defRPr/>
            </a:pPr>
            <a:r>
              <a:rPr kumimoji="0" lang="en-AU" sz="4800" b="1" i="1" u="sng" strike="noStrike" kern="1200" cap="none" spc="0" normalizeH="0" baseline="0" noProof="0" dirty="0">
                <a:ln>
                  <a:noFill/>
                </a:ln>
                <a:solidFill>
                  <a:prstClr val="black"/>
                </a:solidFill>
                <a:effectLst/>
                <a:uLnTx/>
                <a:uFillTx/>
                <a:latin typeface="Corbel" panose="020B0503020204020204"/>
                <a:ea typeface="+mn-ea"/>
                <a:cs typeface="+mn-cs"/>
              </a:rPr>
              <a:t>1 - Spacing</a:t>
            </a:r>
          </a:p>
        </p:txBody>
      </p:sp>
      <p:sp>
        <p:nvSpPr>
          <p:cNvPr id="4" name="Text Placeholder 4">
            <a:extLst>
              <a:ext uri="{FF2B5EF4-FFF2-40B4-BE49-F238E27FC236}">
                <a16:creationId xmlns:a16="http://schemas.microsoft.com/office/drawing/2014/main" id="{2AAB4AEC-15E8-EB9B-114F-7F4AB6FBCD39}"/>
              </a:ext>
            </a:extLst>
          </p:cNvPr>
          <p:cNvSpPr txBox="1">
            <a:spLocks/>
          </p:cNvSpPr>
          <p:nvPr/>
        </p:nvSpPr>
        <p:spPr>
          <a:xfrm>
            <a:off x="227144" y="869502"/>
            <a:ext cx="8217952" cy="5379869"/>
          </a:xfrm>
          <a:prstGeom prst="rect">
            <a:avLst/>
          </a:prstGeom>
        </p:spPr>
        <p:txBody>
          <a:bodyPr vert="horz" lIns="91440" tIns="45720" rIns="91440" bIns="45720" rtlCol="0" anchor="ctr">
            <a:noAutofit/>
          </a:bodyPr>
          <a:lstStyle>
            <a:lvl1pPr marL="0" indent="0" algn="r" defTabSz="914400" rtl="0" eaLnBrk="1" latinLnBrk="0" hangingPunct="1">
              <a:lnSpc>
                <a:spcPct val="113000"/>
              </a:lnSpc>
              <a:spcBef>
                <a:spcPts val="0"/>
              </a:spcBef>
              <a:buFont typeface="Arial" panose="020B0604020202020204" pitchFamily="34" charset="0"/>
              <a:buNone/>
              <a:defRPr sz="2000" b="0" i="1" kern="1200" baseline="0">
                <a:solidFill>
                  <a:schemeClr val="accent1"/>
                </a:solidFill>
                <a:latin typeface="+mn-lt"/>
                <a:ea typeface="+mn-ea"/>
                <a:cs typeface="+mn-cs"/>
              </a:defRPr>
            </a:lvl1pPr>
            <a:lvl2pPr marL="457200" indent="0" algn="l" defTabSz="914400" rtl="0" eaLnBrk="1" latinLnBrk="0" hangingPunct="1">
              <a:lnSpc>
                <a:spcPct val="112000"/>
              </a:lnSpc>
              <a:spcBef>
                <a:spcPts val="900"/>
              </a:spcBef>
              <a:buFont typeface="Corbel" panose="020B0503020204020204" pitchFamily="34" charset="0"/>
              <a:buNone/>
              <a:defRPr sz="2000" kern="1200" baseline="0">
                <a:solidFill>
                  <a:schemeClr val="tx1">
                    <a:tint val="75000"/>
                  </a:schemeClr>
                </a:solidFill>
                <a:latin typeface="+mn-lt"/>
                <a:ea typeface="+mn-ea"/>
                <a:cs typeface="+mn-cs"/>
              </a:defRPr>
            </a:lvl2pPr>
            <a:lvl3pPr marL="914400" indent="0" algn="l" defTabSz="914400" rtl="0" eaLnBrk="1" latinLnBrk="0" hangingPunct="1">
              <a:lnSpc>
                <a:spcPct val="112000"/>
              </a:lnSpc>
              <a:spcBef>
                <a:spcPts val="900"/>
              </a:spcBef>
              <a:buFont typeface="Arial" panose="020B0604020202020204" pitchFamily="34" charset="0"/>
              <a:buNone/>
              <a:defRPr sz="1800" kern="1200" baseline="0">
                <a:solidFill>
                  <a:schemeClr val="tx1">
                    <a:tint val="75000"/>
                  </a:schemeClr>
                </a:solidFill>
                <a:latin typeface="+mn-lt"/>
                <a:ea typeface="+mn-ea"/>
                <a:cs typeface="+mn-cs"/>
              </a:defRPr>
            </a:lvl3pPr>
            <a:lvl4pPr marL="1371600" indent="0" algn="l" defTabSz="914400" rtl="0" eaLnBrk="1" latinLnBrk="0" hangingPunct="1">
              <a:lnSpc>
                <a:spcPct val="112000"/>
              </a:lnSpc>
              <a:spcBef>
                <a:spcPts val="900"/>
              </a:spcBef>
              <a:buFont typeface="Corbel" panose="020B0503020204020204" pitchFamily="34" charset="0"/>
              <a:buNone/>
              <a:defRPr sz="1600" kern="1200" baseline="0">
                <a:solidFill>
                  <a:schemeClr val="tx1">
                    <a:tint val="75000"/>
                  </a:schemeClr>
                </a:solidFill>
                <a:latin typeface="+mn-lt"/>
                <a:ea typeface="+mn-ea"/>
                <a:cs typeface="+mn-cs"/>
              </a:defRPr>
            </a:lvl4pPr>
            <a:lvl5pPr marL="1828800" indent="0" algn="l" defTabSz="914400" rtl="0" eaLnBrk="1" latinLnBrk="0" hangingPunct="1">
              <a:lnSpc>
                <a:spcPct val="112000"/>
              </a:lnSpc>
              <a:spcBef>
                <a:spcPts val="900"/>
              </a:spcBef>
              <a:buFont typeface="Arial" panose="020B0604020202020204" pitchFamily="34" charset="0"/>
              <a:buNone/>
              <a:defRPr sz="1600" i="1" kern="1200" baseline="0">
                <a:solidFill>
                  <a:schemeClr val="tx1">
                    <a:tint val="75000"/>
                  </a:schemeClr>
                </a:solidFill>
                <a:latin typeface="+mn-lt"/>
                <a:ea typeface="+mn-ea"/>
                <a:cs typeface="+mn-cs"/>
              </a:defRPr>
            </a:lvl5pPr>
            <a:lvl6pPr marL="2286000" indent="0" algn="l" defTabSz="914400" rtl="0" eaLnBrk="1" latinLnBrk="0" hangingPunct="1">
              <a:lnSpc>
                <a:spcPct val="112000"/>
              </a:lnSpc>
              <a:spcBef>
                <a:spcPts val="1300"/>
              </a:spcBef>
              <a:buFont typeface="Corbel" panose="020B0503020204020204" pitchFamily="34" charset="0"/>
              <a:buNone/>
              <a:defRPr sz="1600" kern="1200">
                <a:solidFill>
                  <a:schemeClr val="tx1">
                    <a:tint val="75000"/>
                  </a:schemeClr>
                </a:solidFill>
                <a:latin typeface="+mn-lt"/>
                <a:ea typeface="+mn-ea"/>
                <a:cs typeface="+mn-cs"/>
              </a:defRPr>
            </a:lvl6pPr>
            <a:lvl7pPr marL="2743200" indent="0" algn="l" defTabSz="914400" rtl="0" eaLnBrk="1" latinLnBrk="0" hangingPunct="1">
              <a:lnSpc>
                <a:spcPct val="112000"/>
              </a:lnSpc>
              <a:spcBef>
                <a:spcPts val="1300"/>
              </a:spcBef>
              <a:buFont typeface="Arial" panose="020B0604020202020204" pitchFamily="34" charset="0"/>
              <a:buNone/>
              <a:defRPr sz="1600" i="1" kern="1200">
                <a:solidFill>
                  <a:schemeClr val="tx1">
                    <a:tint val="75000"/>
                  </a:schemeClr>
                </a:solidFill>
                <a:latin typeface="+mn-lt"/>
                <a:ea typeface="+mn-ea"/>
                <a:cs typeface="+mn-cs"/>
              </a:defRPr>
            </a:lvl7pPr>
            <a:lvl8pPr marL="3200400" indent="0" algn="l" defTabSz="914400" rtl="0" eaLnBrk="1" latinLnBrk="0" hangingPunct="1">
              <a:lnSpc>
                <a:spcPct val="112000"/>
              </a:lnSpc>
              <a:spcBef>
                <a:spcPts val="1300"/>
              </a:spcBef>
              <a:buFont typeface="Corbel" panose="020B0503020204020204" pitchFamily="34" charset="0"/>
              <a:buNone/>
              <a:defRPr sz="1600" kern="1200">
                <a:solidFill>
                  <a:schemeClr val="tx1">
                    <a:tint val="75000"/>
                  </a:schemeClr>
                </a:solidFill>
                <a:latin typeface="+mn-lt"/>
                <a:ea typeface="+mn-ea"/>
                <a:cs typeface="+mn-cs"/>
              </a:defRPr>
            </a:lvl8pPr>
            <a:lvl9pPr marL="3657600" indent="0" algn="l" defTabSz="914400" rtl="0" eaLnBrk="1" latinLnBrk="0" hangingPunct="1">
              <a:lnSpc>
                <a:spcPct val="112000"/>
              </a:lnSpc>
              <a:spcBef>
                <a:spcPts val="1300"/>
              </a:spcBef>
              <a:buFont typeface="Arial" panose="020B0604020202020204" pitchFamily="34" charset="0"/>
              <a:buNone/>
              <a:defRPr sz="1600" i="1" kern="1200" baseline="0">
                <a:solidFill>
                  <a:schemeClr val="tx1">
                    <a:tint val="75000"/>
                  </a:schemeClr>
                </a:solidFill>
                <a:latin typeface="+mn-lt"/>
                <a:ea typeface="+mn-ea"/>
                <a:cs typeface="+mn-cs"/>
              </a:defRPr>
            </a:lvl9pPr>
          </a:lstStyle>
          <a:p>
            <a:pPr marL="457200" indent="-457200" algn="l">
              <a:lnSpc>
                <a:spcPct val="100000"/>
              </a:lnSpc>
              <a:buClr>
                <a:schemeClr val="accent1"/>
              </a:buClr>
              <a:buFont typeface="Wingdings" panose="05000000000000000000" pitchFamily="2" charset="2"/>
              <a:buChar char="§"/>
            </a:pPr>
            <a:r>
              <a:rPr lang="en-GB" sz="2400" i="0" dirty="0"/>
              <a:t>A study technique where material is reviewed over a long period of time</a:t>
            </a:r>
          </a:p>
          <a:p>
            <a:pPr marL="457200" indent="-457200" algn="l">
              <a:lnSpc>
                <a:spcPct val="100000"/>
              </a:lnSpc>
              <a:buClr>
                <a:schemeClr val="accent1"/>
              </a:buClr>
              <a:buFont typeface="Wingdings" panose="05000000000000000000" pitchFamily="2" charset="2"/>
              <a:buChar char="§"/>
            </a:pPr>
            <a:r>
              <a:rPr lang="en-GB" sz="2400" i="0" dirty="0"/>
              <a:t>Mind forms connections between the ideas and concepts over time</a:t>
            </a:r>
          </a:p>
          <a:p>
            <a:pPr marL="457200" indent="-457200" algn="l">
              <a:lnSpc>
                <a:spcPct val="100000"/>
              </a:lnSpc>
              <a:buClr>
                <a:schemeClr val="accent1"/>
              </a:buClr>
              <a:buFont typeface="Wingdings" panose="05000000000000000000" pitchFamily="2" charset="2"/>
              <a:buChar char="§"/>
            </a:pPr>
            <a:r>
              <a:rPr lang="en-GB" sz="2400" i="0" dirty="0"/>
              <a:t>Information makes its way to long-term memory</a:t>
            </a:r>
          </a:p>
          <a:p>
            <a:pPr marL="457200" indent="-457200" algn="l">
              <a:lnSpc>
                <a:spcPct val="100000"/>
              </a:lnSpc>
              <a:buClr>
                <a:schemeClr val="accent1"/>
              </a:buClr>
              <a:buFont typeface="Wingdings" panose="05000000000000000000" pitchFamily="2" charset="2"/>
              <a:buChar char="§"/>
            </a:pPr>
            <a:r>
              <a:rPr lang="en-GB" sz="2400" i="0" dirty="0"/>
              <a:t>Allows for knowledge to be built upon and faster recall later</a:t>
            </a:r>
          </a:p>
          <a:p>
            <a:pPr marL="457200" indent="-457200" algn="l">
              <a:lnSpc>
                <a:spcPct val="100000"/>
              </a:lnSpc>
              <a:buClr>
                <a:schemeClr val="accent1"/>
              </a:buClr>
              <a:buFont typeface="Wingdings" panose="05000000000000000000" pitchFamily="2" charset="2"/>
              <a:buChar char="§"/>
            </a:pPr>
            <a:r>
              <a:rPr lang="en-GB" sz="2400" i="0" dirty="0"/>
              <a:t>The purpose is to provide a chance to (almost) forget before the material is revisited</a:t>
            </a:r>
          </a:p>
          <a:p>
            <a:pPr marL="457200" indent="-457200" algn="l">
              <a:lnSpc>
                <a:spcPct val="100000"/>
              </a:lnSpc>
              <a:buClr>
                <a:schemeClr val="accent1"/>
              </a:buClr>
              <a:buFont typeface="Wingdings" panose="05000000000000000000" pitchFamily="2" charset="2"/>
              <a:buChar char="§"/>
            </a:pPr>
            <a:r>
              <a:rPr lang="en-GB" sz="2400" i="0" dirty="0"/>
              <a:t>When the brain has almost forgotten something, it works harder to recall that information</a:t>
            </a:r>
          </a:p>
          <a:p>
            <a:pPr marL="457200" indent="-457200" algn="l">
              <a:lnSpc>
                <a:spcPct val="100000"/>
              </a:lnSpc>
              <a:buClr>
                <a:schemeClr val="accent1"/>
              </a:buClr>
              <a:buFont typeface="Wingdings" panose="05000000000000000000" pitchFamily="2" charset="2"/>
              <a:buChar char="§"/>
            </a:pPr>
            <a:r>
              <a:rPr lang="en-GB" sz="2400" i="0" dirty="0"/>
              <a:t>Gives the brain a workout each time the material is revisited!</a:t>
            </a:r>
          </a:p>
          <a:p>
            <a:pPr marL="457200" indent="-457200" algn="l">
              <a:lnSpc>
                <a:spcPct val="100000"/>
              </a:lnSpc>
              <a:buClr>
                <a:schemeClr val="accent1"/>
              </a:buClr>
              <a:buFont typeface="Wingdings" panose="05000000000000000000" pitchFamily="2" charset="2"/>
              <a:buChar char="§"/>
            </a:pPr>
            <a:r>
              <a:rPr lang="en-GB" sz="2400" i="0" dirty="0"/>
              <a:t>Better than cramming - information is stored in short-term memory and quickly forgotten</a:t>
            </a:r>
            <a:endParaRPr lang="en-AU" sz="2400" dirty="0">
              <a:solidFill>
                <a:schemeClr val="tx1"/>
              </a:solidFill>
            </a:endParaRPr>
          </a:p>
        </p:txBody>
      </p:sp>
      <p:sp>
        <p:nvSpPr>
          <p:cNvPr id="3" name="TextBox 2">
            <a:extLst>
              <a:ext uri="{FF2B5EF4-FFF2-40B4-BE49-F238E27FC236}">
                <a16:creationId xmlns:a16="http://schemas.microsoft.com/office/drawing/2014/main" id="{5624DB13-909E-1CCB-1475-A380DF08840E}"/>
              </a:ext>
            </a:extLst>
          </p:cNvPr>
          <p:cNvSpPr txBox="1"/>
          <p:nvPr/>
        </p:nvSpPr>
        <p:spPr>
          <a:xfrm>
            <a:off x="8491691" y="1454149"/>
            <a:ext cx="3535290" cy="3785652"/>
          </a:xfrm>
          <a:prstGeom prst="rect">
            <a:avLst/>
          </a:prstGeom>
          <a:noFill/>
        </p:spPr>
        <p:txBody>
          <a:bodyPr wrap="square">
            <a:spAutoFit/>
          </a:bodyPr>
          <a:lstStyle/>
          <a:p>
            <a:r>
              <a:rPr lang="en-GB" sz="2400" b="0" i="0" dirty="0">
                <a:solidFill>
                  <a:srgbClr val="002060"/>
                </a:solidFill>
                <a:effectLst/>
                <a:latin typeface="lafabrique"/>
              </a:rPr>
              <a:t>How to:</a:t>
            </a:r>
          </a:p>
          <a:p>
            <a:endParaRPr lang="en-GB" sz="2400" dirty="0">
              <a:solidFill>
                <a:srgbClr val="202020"/>
              </a:solidFill>
              <a:latin typeface="lafabrique"/>
            </a:endParaRPr>
          </a:p>
          <a:p>
            <a:r>
              <a:rPr lang="en-GB" sz="2400" b="0" i="0" dirty="0">
                <a:solidFill>
                  <a:srgbClr val="202020"/>
                </a:solidFill>
                <a:effectLst/>
                <a:latin typeface="lafabrique"/>
              </a:rPr>
              <a:t>Day 1: Initial study session</a:t>
            </a:r>
            <a:br>
              <a:rPr lang="en-GB" sz="2400" dirty="0"/>
            </a:br>
            <a:r>
              <a:rPr lang="en-GB" sz="2400" b="0" i="0" dirty="0">
                <a:solidFill>
                  <a:srgbClr val="202020"/>
                </a:solidFill>
                <a:effectLst/>
                <a:latin typeface="lafabrique"/>
              </a:rPr>
              <a:t>Next day: Revisit &amp; Review</a:t>
            </a:r>
            <a:br>
              <a:rPr lang="en-GB" sz="2400" dirty="0"/>
            </a:br>
            <a:r>
              <a:rPr lang="en-GB" sz="2400" b="0" i="0" dirty="0">
                <a:solidFill>
                  <a:srgbClr val="202020"/>
                </a:solidFill>
                <a:effectLst/>
                <a:latin typeface="lafabrique"/>
              </a:rPr>
              <a:t>After 3 days: Revisit &amp; Review</a:t>
            </a:r>
            <a:br>
              <a:rPr lang="en-GB" sz="2400" dirty="0"/>
            </a:br>
            <a:r>
              <a:rPr lang="en-GB" sz="2400" b="0" i="0" dirty="0">
                <a:solidFill>
                  <a:srgbClr val="202020"/>
                </a:solidFill>
                <a:effectLst/>
                <a:latin typeface="lafabrique"/>
              </a:rPr>
              <a:t>After 1 week: Revisit &amp; Review</a:t>
            </a:r>
            <a:br>
              <a:rPr lang="en-GB" sz="2400" dirty="0"/>
            </a:br>
            <a:r>
              <a:rPr lang="en-GB" sz="2400" b="0" i="0" dirty="0">
                <a:solidFill>
                  <a:srgbClr val="202020"/>
                </a:solidFill>
                <a:effectLst/>
                <a:latin typeface="lafabrique"/>
              </a:rPr>
              <a:t>After 2 weeks: Revisit &amp; Review</a:t>
            </a:r>
            <a:endParaRPr lang="en-AU" sz="2400" dirty="0"/>
          </a:p>
        </p:txBody>
      </p:sp>
    </p:spTree>
    <p:extLst>
      <p:ext uri="{BB962C8B-B14F-4D97-AF65-F5344CB8AC3E}">
        <p14:creationId xmlns:p14="http://schemas.microsoft.com/office/powerpoint/2010/main" val="1939602896"/>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Online Media 3" title="Spaced Practice  A Video for Students">
            <a:hlinkClick r:id="" action="ppaction://media"/>
            <a:extLst>
              <a:ext uri="{FF2B5EF4-FFF2-40B4-BE49-F238E27FC236}">
                <a16:creationId xmlns:a16="http://schemas.microsoft.com/office/drawing/2014/main" id="{CB4A94BC-D23F-BEA4-F281-A30BB0EA7FB5}"/>
              </a:ext>
            </a:extLst>
          </p:cNvPr>
          <p:cNvPicPr>
            <a:picLocks noRot="1" noChangeAspect="1"/>
          </p:cNvPicPr>
          <p:nvPr>
            <a:videoFile r:link="rId1"/>
          </p:nvPr>
        </p:nvPicPr>
        <p:blipFill>
          <a:blip r:embed="rId3"/>
          <a:stretch>
            <a:fillRect/>
          </a:stretch>
        </p:blipFill>
        <p:spPr>
          <a:xfrm>
            <a:off x="248602" y="183298"/>
            <a:ext cx="11592004" cy="6549482"/>
          </a:xfrm>
          <a:prstGeom prst="rect">
            <a:avLst/>
          </a:prstGeom>
        </p:spPr>
      </p:pic>
    </p:spTree>
    <p:extLst>
      <p:ext uri="{BB962C8B-B14F-4D97-AF65-F5344CB8AC3E}">
        <p14:creationId xmlns:p14="http://schemas.microsoft.com/office/powerpoint/2010/main" val="191100699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mediacall" presetSubtype="0" fill="hold" nodeType="clickEffect">
                                  <p:stCondLst>
                                    <p:cond delay="0"/>
                                  </p:stCondLst>
                                  <p:childTnLst>
                                    <p:cmd type="call" cmd="playFrom(0.0)">
                                      <p:cBhvr>
                                        <p:cTn id="6" dur="1" fill="hold"/>
                                        <p:tgtEl>
                                          <p:spTgt spid="4"/>
                                        </p:tgtEl>
                                      </p:cBhvr>
                                    </p:cmd>
                                  </p:childTnLst>
                                </p:cTn>
                              </p:par>
                            </p:childTnLst>
                          </p:cTn>
                        </p:par>
                      </p:childTnLst>
                    </p:cTn>
                  </p:par>
                </p:childTnLst>
              </p:cTn>
              <p:prevCondLst>
                <p:cond evt="onPrev" delay="0">
                  <p:tgtEl>
                    <p:sldTgt/>
                  </p:tgtEl>
                </p:cond>
              </p:prevCondLst>
              <p:nextCondLst>
                <p:cond evt="onNext" delay="0">
                  <p:tgtEl>
                    <p:sldTgt/>
                  </p:tgtEl>
                </p:cond>
              </p:nextCondLst>
            </p:seq>
            <p:video>
              <p:cMediaNode vol="80000">
                <p:cTn id="7" fill="hold" display="0">
                  <p:stCondLst>
                    <p:cond delay="indefinite"/>
                  </p:stCondLst>
                </p:cTn>
                <p:tgtEl>
                  <p:spTgt spid="4"/>
                </p:tgtEl>
              </p:cMediaNode>
            </p:video>
            <p:seq concurrent="1" nextAc="seek">
              <p:cTn id="8" restart="whenNotActive" fill="hold" evtFilter="cancelBubble" nodeType="interactiveSeq">
                <p:stCondLst>
                  <p:cond evt="onClick" delay="0">
                    <p:tgtEl>
                      <p:spTgt spid="4"/>
                    </p:tgtEl>
                  </p:cond>
                </p:stCondLst>
                <p:endSync evt="end" delay="0">
                  <p:rtn val="all"/>
                </p:endSync>
                <p:childTnLst>
                  <p:par>
                    <p:cTn id="9" fill="hold">
                      <p:stCondLst>
                        <p:cond delay="0"/>
                      </p:stCondLst>
                      <p:childTnLst>
                        <p:par>
                          <p:cTn id="10" fill="hold">
                            <p:stCondLst>
                              <p:cond delay="0"/>
                            </p:stCondLst>
                            <p:childTnLst>
                              <p:par>
                                <p:cTn id="11" presetID="2" presetClass="mediacall" presetSubtype="0" fill="hold" nodeType="clickEffect">
                                  <p:stCondLst>
                                    <p:cond delay="0"/>
                                  </p:stCondLst>
                                  <p:childTnLst>
                                    <p:cmd type="call" cmd="togglePause">
                                      <p:cBhvr>
                                        <p:cTn id="12" dur="1" fill="hold"/>
                                        <p:tgtEl>
                                          <p:spTgt spid="4"/>
                                        </p:tgtEl>
                                      </p:cBhvr>
                                    </p:cmd>
                                  </p:childTnLst>
                                </p:cTn>
                              </p:par>
                            </p:childTnLst>
                          </p:cTn>
                        </p:par>
                      </p:childTnLst>
                    </p:cTn>
                  </p:par>
                </p:childTnLst>
              </p:cTn>
              <p:nextCondLst>
                <p:cond evt="onClick" delay="0">
                  <p:tgtEl>
                    <p:spTgt spid="4"/>
                  </p:tgtEl>
                </p:cond>
              </p:nextCondLst>
            </p:seq>
          </p:childTnLst>
        </p:cTn>
      </p:par>
    </p:tn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6FEEF2D-678F-00DA-7105-355088895C79}"/>
            </a:ext>
          </a:extLst>
        </p:cNvPr>
        <p:cNvGrpSpPr/>
        <p:nvPr/>
      </p:nvGrpSpPr>
      <p:grpSpPr>
        <a:xfrm>
          <a:off x="0" y="0"/>
          <a:ext cx="0" cy="0"/>
          <a:chOff x="0" y="0"/>
          <a:chExt cx="0" cy="0"/>
        </a:xfrm>
      </p:grpSpPr>
      <p:sp>
        <p:nvSpPr>
          <p:cNvPr id="5" name="Text Placeholder 4">
            <a:extLst>
              <a:ext uri="{FF2B5EF4-FFF2-40B4-BE49-F238E27FC236}">
                <a16:creationId xmlns:a16="http://schemas.microsoft.com/office/drawing/2014/main" id="{0E2D4406-FCDC-F085-D208-B11F98F5980D}"/>
              </a:ext>
            </a:extLst>
          </p:cNvPr>
          <p:cNvSpPr>
            <a:spLocks noGrp="1"/>
          </p:cNvSpPr>
          <p:nvPr>
            <p:ph type="body" idx="1"/>
          </p:nvPr>
        </p:nvSpPr>
        <p:spPr>
          <a:xfrm>
            <a:off x="358231" y="1590008"/>
            <a:ext cx="11016439" cy="4715587"/>
          </a:xfrm>
        </p:spPr>
        <p:txBody>
          <a:bodyPr>
            <a:noAutofit/>
          </a:bodyPr>
          <a:lstStyle/>
          <a:p>
            <a:pPr marL="457200" indent="-457200" algn="l">
              <a:lnSpc>
                <a:spcPct val="100000"/>
              </a:lnSpc>
              <a:buClr>
                <a:schemeClr val="accent1"/>
              </a:buClr>
              <a:buFont typeface="Wingdings" panose="05000000000000000000" pitchFamily="2" charset="2"/>
              <a:buChar char="§"/>
            </a:pPr>
            <a:r>
              <a:rPr lang="en-GB" sz="2400" i="0" dirty="0"/>
              <a:t>To arrange something in alternate layers</a:t>
            </a:r>
          </a:p>
          <a:p>
            <a:pPr marL="457200" indent="-457200" algn="l">
              <a:lnSpc>
                <a:spcPct val="100000"/>
              </a:lnSpc>
              <a:buClr>
                <a:schemeClr val="accent1"/>
              </a:buClr>
              <a:buFont typeface="Wingdings" panose="05000000000000000000" pitchFamily="2" charset="2"/>
              <a:buChar char="§"/>
            </a:pPr>
            <a:r>
              <a:rPr lang="en-GB" sz="2400" i="0" dirty="0"/>
              <a:t>As a study method means learning more than one subject or skill and switching between them</a:t>
            </a:r>
          </a:p>
          <a:p>
            <a:pPr marL="457200" indent="-457200" algn="l">
              <a:lnSpc>
                <a:spcPct val="100000"/>
              </a:lnSpc>
              <a:buClr>
                <a:schemeClr val="accent1"/>
              </a:buClr>
              <a:buFont typeface="Wingdings" panose="05000000000000000000" pitchFamily="2" charset="2"/>
              <a:buChar char="§"/>
            </a:pPr>
            <a:r>
              <a:rPr lang="en-GB" sz="2400" i="0" dirty="0"/>
              <a:t>Mixing different topics or subjects while studying, rather than focusing on one area at a time</a:t>
            </a:r>
          </a:p>
          <a:p>
            <a:pPr marL="457200" indent="-457200" algn="l">
              <a:lnSpc>
                <a:spcPct val="100000"/>
              </a:lnSpc>
              <a:buClr>
                <a:schemeClr val="accent1"/>
              </a:buClr>
              <a:buFont typeface="Wingdings" panose="05000000000000000000" pitchFamily="2" charset="2"/>
              <a:buChar char="§"/>
            </a:pPr>
            <a:r>
              <a:rPr lang="en-GB" sz="2400" i="0" dirty="0"/>
              <a:t>Shown to help enhance long-term retention and improves problem-solving skills by encouraging the brain to make connections between varied information</a:t>
            </a:r>
          </a:p>
          <a:p>
            <a:pPr marL="457200" indent="-457200" algn="l">
              <a:lnSpc>
                <a:spcPct val="100000"/>
              </a:lnSpc>
              <a:buClr>
                <a:schemeClr val="accent1"/>
              </a:buClr>
              <a:buFont typeface="Wingdings" panose="05000000000000000000" pitchFamily="2" charset="2"/>
              <a:buChar char="§"/>
            </a:pPr>
            <a:r>
              <a:rPr lang="en-GB" sz="2400" i="0" dirty="0"/>
              <a:t>It contrasts with blocked practice, where similar topics are grouped together in study sessions, which can lead to superficial understanding and lower retention over time</a:t>
            </a:r>
          </a:p>
        </p:txBody>
      </p:sp>
      <p:sp>
        <p:nvSpPr>
          <p:cNvPr id="6" name="Text Placeholder 2">
            <a:extLst>
              <a:ext uri="{FF2B5EF4-FFF2-40B4-BE49-F238E27FC236}">
                <a16:creationId xmlns:a16="http://schemas.microsoft.com/office/drawing/2014/main" id="{E18364E0-2F78-16BA-FA1B-04491EE4859E}"/>
              </a:ext>
            </a:extLst>
          </p:cNvPr>
          <p:cNvSpPr txBox="1">
            <a:spLocks/>
          </p:cNvSpPr>
          <p:nvPr/>
        </p:nvSpPr>
        <p:spPr>
          <a:xfrm>
            <a:off x="422512" y="537234"/>
            <a:ext cx="11220853" cy="819150"/>
          </a:xfrm>
          <a:prstGeom prst="rect">
            <a:avLst/>
          </a:prstGeom>
        </p:spPr>
        <p:txBody>
          <a:bodyPr vert="horz" lIns="91440" tIns="45720" rIns="91440" bIns="45720" rtlCol="0" anchor="ctr">
            <a:noAutofit/>
          </a:bodyPr>
          <a:lstStyle>
            <a:lvl1pPr marL="0" indent="0" algn="r" defTabSz="914400" rtl="0" eaLnBrk="1" latinLnBrk="0" hangingPunct="1">
              <a:lnSpc>
                <a:spcPct val="113000"/>
              </a:lnSpc>
              <a:spcBef>
                <a:spcPts val="0"/>
              </a:spcBef>
              <a:buFont typeface="Arial" panose="020B0604020202020204" pitchFamily="34" charset="0"/>
              <a:buNone/>
              <a:defRPr sz="2000" b="0" i="1" kern="1200" baseline="0">
                <a:solidFill>
                  <a:schemeClr val="accent1"/>
                </a:solidFill>
                <a:latin typeface="+mn-lt"/>
                <a:ea typeface="+mn-ea"/>
                <a:cs typeface="+mn-cs"/>
              </a:defRPr>
            </a:lvl1pPr>
            <a:lvl2pPr marL="457200" indent="0" algn="l" defTabSz="914400" rtl="0" eaLnBrk="1" latinLnBrk="0" hangingPunct="1">
              <a:lnSpc>
                <a:spcPct val="112000"/>
              </a:lnSpc>
              <a:spcBef>
                <a:spcPts val="900"/>
              </a:spcBef>
              <a:buFont typeface="Corbel" panose="020B0503020204020204" pitchFamily="34" charset="0"/>
              <a:buNone/>
              <a:defRPr sz="2000" kern="1200" baseline="0">
                <a:solidFill>
                  <a:schemeClr val="tx1">
                    <a:tint val="75000"/>
                  </a:schemeClr>
                </a:solidFill>
                <a:latin typeface="+mn-lt"/>
                <a:ea typeface="+mn-ea"/>
                <a:cs typeface="+mn-cs"/>
              </a:defRPr>
            </a:lvl2pPr>
            <a:lvl3pPr marL="914400" indent="0" algn="l" defTabSz="914400" rtl="0" eaLnBrk="1" latinLnBrk="0" hangingPunct="1">
              <a:lnSpc>
                <a:spcPct val="112000"/>
              </a:lnSpc>
              <a:spcBef>
                <a:spcPts val="900"/>
              </a:spcBef>
              <a:buFont typeface="Arial" panose="020B0604020202020204" pitchFamily="34" charset="0"/>
              <a:buNone/>
              <a:defRPr sz="1800" kern="1200" baseline="0">
                <a:solidFill>
                  <a:schemeClr val="tx1">
                    <a:tint val="75000"/>
                  </a:schemeClr>
                </a:solidFill>
                <a:latin typeface="+mn-lt"/>
                <a:ea typeface="+mn-ea"/>
                <a:cs typeface="+mn-cs"/>
              </a:defRPr>
            </a:lvl3pPr>
            <a:lvl4pPr marL="1371600" indent="0" algn="l" defTabSz="914400" rtl="0" eaLnBrk="1" latinLnBrk="0" hangingPunct="1">
              <a:lnSpc>
                <a:spcPct val="112000"/>
              </a:lnSpc>
              <a:spcBef>
                <a:spcPts val="900"/>
              </a:spcBef>
              <a:buFont typeface="Corbel" panose="020B0503020204020204" pitchFamily="34" charset="0"/>
              <a:buNone/>
              <a:defRPr sz="1600" kern="1200" baseline="0">
                <a:solidFill>
                  <a:schemeClr val="tx1">
                    <a:tint val="75000"/>
                  </a:schemeClr>
                </a:solidFill>
                <a:latin typeface="+mn-lt"/>
                <a:ea typeface="+mn-ea"/>
                <a:cs typeface="+mn-cs"/>
              </a:defRPr>
            </a:lvl4pPr>
            <a:lvl5pPr marL="1828800" indent="0" algn="l" defTabSz="914400" rtl="0" eaLnBrk="1" latinLnBrk="0" hangingPunct="1">
              <a:lnSpc>
                <a:spcPct val="112000"/>
              </a:lnSpc>
              <a:spcBef>
                <a:spcPts val="900"/>
              </a:spcBef>
              <a:buFont typeface="Arial" panose="020B0604020202020204" pitchFamily="34" charset="0"/>
              <a:buNone/>
              <a:defRPr sz="1600" i="1" kern="1200" baseline="0">
                <a:solidFill>
                  <a:schemeClr val="tx1">
                    <a:tint val="75000"/>
                  </a:schemeClr>
                </a:solidFill>
                <a:latin typeface="+mn-lt"/>
                <a:ea typeface="+mn-ea"/>
                <a:cs typeface="+mn-cs"/>
              </a:defRPr>
            </a:lvl5pPr>
            <a:lvl6pPr marL="2286000" indent="0" algn="l" defTabSz="914400" rtl="0" eaLnBrk="1" latinLnBrk="0" hangingPunct="1">
              <a:lnSpc>
                <a:spcPct val="112000"/>
              </a:lnSpc>
              <a:spcBef>
                <a:spcPts val="1300"/>
              </a:spcBef>
              <a:buFont typeface="Corbel" panose="020B0503020204020204" pitchFamily="34" charset="0"/>
              <a:buNone/>
              <a:defRPr sz="1600" kern="1200">
                <a:solidFill>
                  <a:schemeClr val="tx1">
                    <a:tint val="75000"/>
                  </a:schemeClr>
                </a:solidFill>
                <a:latin typeface="+mn-lt"/>
                <a:ea typeface="+mn-ea"/>
                <a:cs typeface="+mn-cs"/>
              </a:defRPr>
            </a:lvl6pPr>
            <a:lvl7pPr marL="2743200" indent="0" algn="l" defTabSz="914400" rtl="0" eaLnBrk="1" latinLnBrk="0" hangingPunct="1">
              <a:lnSpc>
                <a:spcPct val="112000"/>
              </a:lnSpc>
              <a:spcBef>
                <a:spcPts val="1300"/>
              </a:spcBef>
              <a:buFont typeface="Arial" panose="020B0604020202020204" pitchFamily="34" charset="0"/>
              <a:buNone/>
              <a:defRPr sz="1600" i="1" kern="1200">
                <a:solidFill>
                  <a:schemeClr val="tx1">
                    <a:tint val="75000"/>
                  </a:schemeClr>
                </a:solidFill>
                <a:latin typeface="+mn-lt"/>
                <a:ea typeface="+mn-ea"/>
                <a:cs typeface="+mn-cs"/>
              </a:defRPr>
            </a:lvl7pPr>
            <a:lvl8pPr marL="3200400" indent="0" algn="l" defTabSz="914400" rtl="0" eaLnBrk="1" latinLnBrk="0" hangingPunct="1">
              <a:lnSpc>
                <a:spcPct val="112000"/>
              </a:lnSpc>
              <a:spcBef>
                <a:spcPts val="1300"/>
              </a:spcBef>
              <a:buFont typeface="Corbel" panose="020B0503020204020204" pitchFamily="34" charset="0"/>
              <a:buNone/>
              <a:defRPr sz="1600" kern="1200">
                <a:solidFill>
                  <a:schemeClr val="tx1">
                    <a:tint val="75000"/>
                  </a:schemeClr>
                </a:solidFill>
                <a:latin typeface="+mn-lt"/>
                <a:ea typeface="+mn-ea"/>
                <a:cs typeface="+mn-cs"/>
              </a:defRPr>
            </a:lvl8pPr>
            <a:lvl9pPr marL="3657600" indent="0" algn="l" defTabSz="914400" rtl="0" eaLnBrk="1" latinLnBrk="0" hangingPunct="1">
              <a:lnSpc>
                <a:spcPct val="112000"/>
              </a:lnSpc>
              <a:spcBef>
                <a:spcPts val="1300"/>
              </a:spcBef>
              <a:buFont typeface="Arial" panose="020B0604020202020204" pitchFamily="34" charset="0"/>
              <a:buNone/>
              <a:defRPr sz="1600" i="1" kern="1200" baseline="0">
                <a:solidFill>
                  <a:schemeClr val="tx1">
                    <a:tint val="75000"/>
                  </a:schemeClr>
                </a:solidFill>
                <a:latin typeface="+mn-lt"/>
                <a:ea typeface="+mn-ea"/>
                <a:cs typeface="+mn-cs"/>
              </a:defRPr>
            </a:lvl9pPr>
          </a:lstStyle>
          <a:p>
            <a:pPr marL="0" marR="0" lvl="0" indent="0" algn="ctr" defTabSz="914400" rtl="0" eaLnBrk="1" fontAlgn="auto" latinLnBrk="0" hangingPunct="1">
              <a:lnSpc>
                <a:spcPct val="113000"/>
              </a:lnSpc>
              <a:spcBef>
                <a:spcPts val="0"/>
              </a:spcBef>
              <a:spcAft>
                <a:spcPts val="0"/>
              </a:spcAft>
              <a:buClrTx/>
              <a:buSzTx/>
              <a:buFont typeface="Arial" panose="020B0604020202020204" pitchFamily="34" charset="0"/>
              <a:buNone/>
              <a:tabLst/>
              <a:defRPr/>
            </a:pPr>
            <a:r>
              <a:rPr kumimoji="0" lang="en-AU" sz="4800" b="1" i="1" u="sng" strike="noStrike" kern="1200" cap="none" spc="0" normalizeH="0" baseline="0" noProof="0" dirty="0">
                <a:ln>
                  <a:noFill/>
                </a:ln>
                <a:solidFill>
                  <a:prstClr val="black"/>
                </a:solidFill>
                <a:effectLst/>
                <a:uLnTx/>
                <a:uFillTx/>
                <a:latin typeface="Corbel" panose="020B0503020204020204"/>
                <a:ea typeface="+mn-ea"/>
                <a:cs typeface="+mn-cs"/>
              </a:rPr>
              <a:t>2 - Interleaving</a:t>
            </a:r>
          </a:p>
        </p:txBody>
      </p:sp>
    </p:spTree>
    <p:extLst>
      <p:ext uri="{BB962C8B-B14F-4D97-AF65-F5344CB8AC3E}">
        <p14:creationId xmlns:p14="http://schemas.microsoft.com/office/powerpoint/2010/main" val="3614562078"/>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Online Media 3" title="Interleaving: A Video for Students">
            <a:hlinkClick r:id="" action="ppaction://media"/>
            <a:extLst>
              <a:ext uri="{FF2B5EF4-FFF2-40B4-BE49-F238E27FC236}">
                <a16:creationId xmlns:a16="http://schemas.microsoft.com/office/drawing/2014/main" id="{CEB6907E-6151-E658-496B-FB5101F35227}"/>
              </a:ext>
            </a:extLst>
          </p:cNvPr>
          <p:cNvPicPr>
            <a:picLocks noRot="1" noChangeAspect="1"/>
          </p:cNvPicPr>
          <p:nvPr>
            <a:videoFile r:link="rId1"/>
          </p:nvPr>
        </p:nvPicPr>
        <p:blipFill>
          <a:blip r:embed="rId3"/>
          <a:stretch>
            <a:fillRect/>
          </a:stretch>
        </p:blipFill>
        <p:spPr>
          <a:xfrm>
            <a:off x="1298797" y="53874"/>
            <a:ext cx="9790487" cy="6722588"/>
          </a:xfrm>
          <a:prstGeom prst="rect">
            <a:avLst/>
          </a:prstGeom>
        </p:spPr>
      </p:pic>
    </p:spTree>
    <p:extLst>
      <p:ext uri="{BB962C8B-B14F-4D97-AF65-F5344CB8AC3E}">
        <p14:creationId xmlns:p14="http://schemas.microsoft.com/office/powerpoint/2010/main" val="258611261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mediacall" presetSubtype="0" fill="hold" nodeType="clickEffect">
                                  <p:stCondLst>
                                    <p:cond delay="0"/>
                                  </p:stCondLst>
                                  <p:childTnLst>
                                    <p:cmd type="call" cmd="playFrom(0.0)">
                                      <p:cBhvr>
                                        <p:cTn id="6" dur="1" fill="hold"/>
                                        <p:tgtEl>
                                          <p:spTgt spid="4"/>
                                        </p:tgtEl>
                                      </p:cBhvr>
                                    </p:cmd>
                                  </p:childTnLst>
                                </p:cTn>
                              </p:par>
                            </p:childTnLst>
                          </p:cTn>
                        </p:par>
                      </p:childTnLst>
                    </p:cTn>
                  </p:par>
                </p:childTnLst>
              </p:cTn>
              <p:prevCondLst>
                <p:cond evt="onPrev" delay="0">
                  <p:tgtEl>
                    <p:sldTgt/>
                  </p:tgtEl>
                </p:cond>
              </p:prevCondLst>
              <p:nextCondLst>
                <p:cond evt="onNext" delay="0">
                  <p:tgtEl>
                    <p:sldTgt/>
                  </p:tgtEl>
                </p:cond>
              </p:nextCondLst>
            </p:seq>
            <p:video>
              <p:cMediaNode vol="80000">
                <p:cTn id="7" fill="hold" display="0">
                  <p:stCondLst>
                    <p:cond delay="indefinite"/>
                  </p:stCondLst>
                </p:cTn>
                <p:tgtEl>
                  <p:spTgt spid="4"/>
                </p:tgtEl>
              </p:cMediaNode>
            </p:video>
            <p:seq concurrent="1" nextAc="seek">
              <p:cTn id="8" restart="whenNotActive" fill="hold" evtFilter="cancelBubble" nodeType="interactiveSeq">
                <p:stCondLst>
                  <p:cond evt="onClick" delay="0">
                    <p:tgtEl>
                      <p:spTgt spid="4"/>
                    </p:tgtEl>
                  </p:cond>
                </p:stCondLst>
                <p:endSync evt="end" delay="0">
                  <p:rtn val="all"/>
                </p:endSync>
                <p:childTnLst>
                  <p:par>
                    <p:cTn id="9" fill="hold">
                      <p:stCondLst>
                        <p:cond delay="0"/>
                      </p:stCondLst>
                      <p:childTnLst>
                        <p:par>
                          <p:cTn id="10" fill="hold">
                            <p:stCondLst>
                              <p:cond delay="0"/>
                            </p:stCondLst>
                            <p:childTnLst>
                              <p:par>
                                <p:cTn id="11" presetID="2" presetClass="mediacall" presetSubtype="0" fill="hold" nodeType="clickEffect">
                                  <p:stCondLst>
                                    <p:cond delay="0"/>
                                  </p:stCondLst>
                                  <p:childTnLst>
                                    <p:cmd type="call" cmd="togglePause">
                                      <p:cBhvr>
                                        <p:cTn id="12" dur="1" fill="hold"/>
                                        <p:tgtEl>
                                          <p:spTgt spid="4"/>
                                        </p:tgtEl>
                                      </p:cBhvr>
                                    </p:cmd>
                                  </p:childTnLst>
                                </p:cTn>
                              </p:par>
                            </p:childTnLst>
                          </p:cTn>
                        </p:par>
                      </p:childTnLst>
                    </p:cTn>
                  </p:par>
                </p:childTnLst>
              </p:cTn>
              <p:nextCondLst>
                <p:cond evt="onClick" delay="0">
                  <p:tgtEl>
                    <p:spTgt spid="4"/>
                  </p:tgtEl>
                </p:cond>
              </p:nextCondLst>
            </p:seq>
          </p:childTnLst>
        </p:cTn>
      </p:par>
    </p:tnLst>
  </p:timing>
</p:sld>
</file>

<file path=ppt/slides/slide29.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5" name="Text Placeholder 4"/>
          <p:cNvSpPr>
            <a:spLocks noGrp="1"/>
          </p:cNvSpPr>
          <p:nvPr>
            <p:ph type="body" idx="1"/>
          </p:nvPr>
        </p:nvSpPr>
        <p:spPr>
          <a:xfrm>
            <a:off x="358231" y="1356385"/>
            <a:ext cx="10218523" cy="4949210"/>
          </a:xfrm>
        </p:spPr>
        <p:txBody>
          <a:bodyPr>
            <a:noAutofit/>
          </a:bodyPr>
          <a:lstStyle/>
          <a:p>
            <a:pPr marL="457200" indent="-457200" algn="l">
              <a:lnSpc>
                <a:spcPct val="100000"/>
              </a:lnSpc>
              <a:buClr>
                <a:schemeClr val="accent1"/>
              </a:buClr>
              <a:buFont typeface="Wingdings" panose="05000000000000000000" pitchFamily="2" charset="2"/>
              <a:buChar char="§"/>
            </a:pPr>
            <a:r>
              <a:rPr lang="en-AU" sz="2800" i="0" dirty="0">
                <a:solidFill>
                  <a:schemeClr val="tx1"/>
                </a:solidFill>
              </a:rPr>
              <a:t>Grouping of things together to improve memory capacity</a:t>
            </a:r>
          </a:p>
          <a:p>
            <a:pPr marL="457200" indent="-457200" algn="l">
              <a:lnSpc>
                <a:spcPct val="100000"/>
              </a:lnSpc>
              <a:buClr>
                <a:schemeClr val="accent1"/>
              </a:buClr>
              <a:buFont typeface="Wingdings" panose="05000000000000000000" pitchFamily="2" charset="2"/>
              <a:buChar char="§"/>
            </a:pPr>
            <a:r>
              <a:rPr lang="en-AU" sz="2800" i="0" dirty="0">
                <a:solidFill>
                  <a:schemeClr val="tx1"/>
                </a:solidFill>
              </a:rPr>
              <a:t>Especially good for STM which improves encoding to LTM</a:t>
            </a:r>
          </a:p>
          <a:p>
            <a:pPr marL="457200" indent="-457200" algn="l">
              <a:lnSpc>
                <a:spcPct val="100000"/>
              </a:lnSpc>
              <a:buClr>
                <a:schemeClr val="accent1"/>
              </a:buClr>
              <a:buFont typeface="Wingdings" panose="05000000000000000000" pitchFamily="2" charset="2"/>
              <a:buChar char="§"/>
            </a:pPr>
            <a:r>
              <a:rPr lang="en-AU" sz="2800" i="0" dirty="0">
                <a:solidFill>
                  <a:schemeClr val="tx1"/>
                </a:solidFill>
              </a:rPr>
              <a:t>Can help to overcome the limited capacity of STM</a:t>
            </a:r>
          </a:p>
          <a:p>
            <a:pPr marL="457200" indent="-457200" algn="l">
              <a:lnSpc>
                <a:spcPct val="100000"/>
              </a:lnSpc>
              <a:buClr>
                <a:schemeClr val="accent1"/>
              </a:buClr>
              <a:buFont typeface="Wingdings" panose="05000000000000000000" pitchFamily="2" charset="2"/>
              <a:buChar char="§"/>
            </a:pPr>
            <a:r>
              <a:rPr lang="en-AU" sz="2800" i="0" dirty="0">
                <a:solidFill>
                  <a:schemeClr val="tx1"/>
                </a:solidFill>
              </a:rPr>
              <a:t>Even more successful when meaning is applied to the chunks to aid with deep level processing into LTM</a:t>
            </a:r>
          </a:p>
          <a:p>
            <a:pPr algn="l">
              <a:lnSpc>
                <a:spcPct val="100000"/>
              </a:lnSpc>
              <a:buClr>
                <a:schemeClr val="accent1"/>
              </a:buClr>
            </a:pPr>
            <a:endParaRPr lang="en-AU" sz="2800" i="0" dirty="0">
              <a:solidFill>
                <a:schemeClr val="tx1"/>
              </a:solidFill>
            </a:endParaRPr>
          </a:p>
          <a:p>
            <a:pPr algn="l">
              <a:lnSpc>
                <a:spcPct val="100000"/>
              </a:lnSpc>
              <a:buClr>
                <a:schemeClr val="accent1"/>
              </a:buClr>
            </a:pPr>
            <a:r>
              <a:rPr lang="en-AU" sz="2800" dirty="0">
                <a:solidFill>
                  <a:schemeClr val="tx1"/>
                </a:solidFill>
              </a:rPr>
              <a:t>e.g. remembering a phone number</a:t>
            </a:r>
          </a:p>
          <a:p>
            <a:pPr algn="l">
              <a:lnSpc>
                <a:spcPct val="100000"/>
              </a:lnSpc>
              <a:buClr>
                <a:schemeClr val="accent1"/>
              </a:buClr>
            </a:pPr>
            <a:r>
              <a:rPr lang="en-AU" sz="2800" dirty="0">
                <a:solidFill>
                  <a:schemeClr val="tx1"/>
                </a:solidFill>
              </a:rPr>
              <a:t>It is easier to remember a number if you group the digits into 2, 3 or 4 or to remember a specific date if meaning is applied to it (birthday, event etc.)</a:t>
            </a:r>
            <a:endParaRPr lang="en-AU" sz="2400" i="0" dirty="0">
              <a:solidFill>
                <a:schemeClr val="tx1"/>
              </a:solidFill>
            </a:endParaRPr>
          </a:p>
        </p:txBody>
      </p:sp>
      <p:sp>
        <p:nvSpPr>
          <p:cNvPr id="6" name="Text Placeholder 2"/>
          <p:cNvSpPr txBox="1">
            <a:spLocks/>
          </p:cNvSpPr>
          <p:nvPr/>
        </p:nvSpPr>
        <p:spPr>
          <a:xfrm>
            <a:off x="422512" y="537234"/>
            <a:ext cx="11220853" cy="819150"/>
          </a:xfrm>
          <a:prstGeom prst="rect">
            <a:avLst/>
          </a:prstGeom>
        </p:spPr>
        <p:txBody>
          <a:bodyPr vert="horz" lIns="91440" tIns="45720" rIns="91440" bIns="45720" rtlCol="0" anchor="ctr">
            <a:noAutofit/>
          </a:bodyPr>
          <a:lstStyle>
            <a:lvl1pPr marL="0" indent="0" algn="r" defTabSz="914400" rtl="0" eaLnBrk="1" latinLnBrk="0" hangingPunct="1">
              <a:lnSpc>
                <a:spcPct val="113000"/>
              </a:lnSpc>
              <a:spcBef>
                <a:spcPts val="0"/>
              </a:spcBef>
              <a:buFont typeface="Arial" panose="020B0604020202020204" pitchFamily="34" charset="0"/>
              <a:buNone/>
              <a:defRPr sz="2000" b="0" i="1" kern="1200" baseline="0">
                <a:solidFill>
                  <a:schemeClr val="accent1"/>
                </a:solidFill>
                <a:latin typeface="+mn-lt"/>
                <a:ea typeface="+mn-ea"/>
                <a:cs typeface="+mn-cs"/>
              </a:defRPr>
            </a:lvl1pPr>
            <a:lvl2pPr marL="457200" indent="0" algn="l" defTabSz="914400" rtl="0" eaLnBrk="1" latinLnBrk="0" hangingPunct="1">
              <a:lnSpc>
                <a:spcPct val="112000"/>
              </a:lnSpc>
              <a:spcBef>
                <a:spcPts val="900"/>
              </a:spcBef>
              <a:buFont typeface="Corbel" panose="020B0503020204020204" pitchFamily="34" charset="0"/>
              <a:buNone/>
              <a:defRPr sz="2000" kern="1200" baseline="0">
                <a:solidFill>
                  <a:schemeClr val="tx1">
                    <a:tint val="75000"/>
                  </a:schemeClr>
                </a:solidFill>
                <a:latin typeface="+mn-lt"/>
                <a:ea typeface="+mn-ea"/>
                <a:cs typeface="+mn-cs"/>
              </a:defRPr>
            </a:lvl2pPr>
            <a:lvl3pPr marL="914400" indent="0" algn="l" defTabSz="914400" rtl="0" eaLnBrk="1" latinLnBrk="0" hangingPunct="1">
              <a:lnSpc>
                <a:spcPct val="112000"/>
              </a:lnSpc>
              <a:spcBef>
                <a:spcPts val="900"/>
              </a:spcBef>
              <a:buFont typeface="Arial" panose="020B0604020202020204" pitchFamily="34" charset="0"/>
              <a:buNone/>
              <a:defRPr sz="1800" kern="1200" baseline="0">
                <a:solidFill>
                  <a:schemeClr val="tx1">
                    <a:tint val="75000"/>
                  </a:schemeClr>
                </a:solidFill>
                <a:latin typeface="+mn-lt"/>
                <a:ea typeface="+mn-ea"/>
                <a:cs typeface="+mn-cs"/>
              </a:defRPr>
            </a:lvl3pPr>
            <a:lvl4pPr marL="1371600" indent="0" algn="l" defTabSz="914400" rtl="0" eaLnBrk="1" latinLnBrk="0" hangingPunct="1">
              <a:lnSpc>
                <a:spcPct val="112000"/>
              </a:lnSpc>
              <a:spcBef>
                <a:spcPts val="900"/>
              </a:spcBef>
              <a:buFont typeface="Corbel" panose="020B0503020204020204" pitchFamily="34" charset="0"/>
              <a:buNone/>
              <a:defRPr sz="1600" kern="1200" baseline="0">
                <a:solidFill>
                  <a:schemeClr val="tx1">
                    <a:tint val="75000"/>
                  </a:schemeClr>
                </a:solidFill>
                <a:latin typeface="+mn-lt"/>
                <a:ea typeface="+mn-ea"/>
                <a:cs typeface="+mn-cs"/>
              </a:defRPr>
            </a:lvl4pPr>
            <a:lvl5pPr marL="1828800" indent="0" algn="l" defTabSz="914400" rtl="0" eaLnBrk="1" latinLnBrk="0" hangingPunct="1">
              <a:lnSpc>
                <a:spcPct val="112000"/>
              </a:lnSpc>
              <a:spcBef>
                <a:spcPts val="900"/>
              </a:spcBef>
              <a:buFont typeface="Arial" panose="020B0604020202020204" pitchFamily="34" charset="0"/>
              <a:buNone/>
              <a:defRPr sz="1600" i="1" kern="1200" baseline="0">
                <a:solidFill>
                  <a:schemeClr val="tx1">
                    <a:tint val="75000"/>
                  </a:schemeClr>
                </a:solidFill>
                <a:latin typeface="+mn-lt"/>
                <a:ea typeface="+mn-ea"/>
                <a:cs typeface="+mn-cs"/>
              </a:defRPr>
            </a:lvl5pPr>
            <a:lvl6pPr marL="2286000" indent="0" algn="l" defTabSz="914400" rtl="0" eaLnBrk="1" latinLnBrk="0" hangingPunct="1">
              <a:lnSpc>
                <a:spcPct val="112000"/>
              </a:lnSpc>
              <a:spcBef>
                <a:spcPts val="1300"/>
              </a:spcBef>
              <a:buFont typeface="Corbel" panose="020B0503020204020204" pitchFamily="34" charset="0"/>
              <a:buNone/>
              <a:defRPr sz="1600" kern="1200">
                <a:solidFill>
                  <a:schemeClr val="tx1">
                    <a:tint val="75000"/>
                  </a:schemeClr>
                </a:solidFill>
                <a:latin typeface="+mn-lt"/>
                <a:ea typeface="+mn-ea"/>
                <a:cs typeface="+mn-cs"/>
              </a:defRPr>
            </a:lvl6pPr>
            <a:lvl7pPr marL="2743200" indent="0" algn="l" defTabSz="914400" rtl="0" eaLnBrk="1" latinLnBrk="0" hangingPunct="1">
              <a:lnSpc>
                <a:spcPct val="112000"/>
              </a:lnSpc>
              <a:spcBef>
                <a:spcPts val="1300"/>
              </a:spcBef>
              <a:buFont typeface="Arial" panose="020B0604020202020204" pitchFamily="34" charset="0"/>
              <a:buNone/>
              <a:defRPr sz="1600" i="1" kern="1200">
                <a:solidFill>
                  <a:schemeClr val="tx1">
                    <a:tint val="75000"/>
                  </a:schemeClr>
                </a:solidFill>
                <a:latin typeface="+mn-lt"/>
                <a:ea typeface="+mn-ea"/>
                <a:cs typeface="+mn-cs"/>
              </a:defRPr>
            </a:lvl7pPr>
            <a:lvl8pPr marL="3200400" indent="0" algn="l" defTabSz="914400" rtl="0" eaLnBrk="1" latinLnBrk="0" hangingPunct="1">
              <a:lnSpc>
                <a:spcPct val="112000"/>
              </a:lnSpc>
              <a:spcBef>
                <a:spcPts val="1300"/>
              </a:spcBef>
              <a:buFont typeface="Corbel" panose="020B0503020204020204" pitchFamily="34" charset="0"/>
              <a:buNone/>
              <a:defRPr sz="1600" kern="1200">
                <a:solidFill>
                  <a:schemeClr val="tx1">
                    <a:tint val="75000"/>
                  </a:schemeClr>
                </a:solidFill>
                <a:latin typeface="+mn-lt"/>
                <a:ea typeface="+mn-ea"/>
                <a:cs typeface="+mn-cs"/>
              </a:defRPr>
            </a:lvl8pPr>
            <a:lvl9pPr marL="3657600" indent="0" algn="l" defTabSz="914400" rtl="0" eaLnBrk="1" latinLnBrk="0" hangingPunct="1">
              <a:lnSpc>
                <a:spcPct val="112000"/>
              </a:lnSpc>
              <a:spcBef>
                <a:spcPts val="1300"/>
              </a:spcBef>
              <a:buFont typeface="Arial" panose="020B0604020202020204" pitchFamily="34" charset="0"/>
              <a:buNone/>
              <a:defRPr sz="1600" i="1" kern="1200" baseline="0">
                <a:solidFill>
                  <a:schemeClr val="tx1">
                    <a:tint val="75000"/>
                  </a:schemeClr>
                </a:solidFill>
                <a:latin typeface="+mn-lt"/>
                <a:ea typeface="+mn-ea"/>
                <a:cs typeface="+mn-cs"/>
              </a:defRPr>
            </a:lvl9pPr>
          </a:lstStyle>
          <a:p>
            <a:pPr marL="0" marR="0" lvl="0" indent="0" algn="ctr" defTabSz="914400" rtl="0" eaLnBrk="1" fontAlgn="auto" latinLnBrk="0" hangingPunct="1">
              <a:lnSpc>
                <a:spcPct val="113000"/>
              </a:lnSpc>
              <a:spcBef>
                <a:spcPts val="0"/>
              </a:spcBef>
              <a:spcAft>
                <a:spcPts val="0"/>
              </a:spcAft>
              <a:buClrTx/>
              <a:buSzTx/>
              <a:buFont typeface="Arial" panose="020B0604020202020204" pitchFamily="34" charset="0"/>
              <a:buNone/>
              <a:tabLst/>
              <a:defRPr/>
            </a:pPr>
            <a:r>
              <a:rPr kumimoji="0" lang="en-AU" sz="4800" b="1" i="1" u="sng" strike="noStrike" kern="1200" cap="none" spc="0" normalizeH="0" baseline="0" noProof="0" dirty="0">
                <a:ln>
                  <a:noFill/>
                </a:ln>
                <a:solidFill>
                  <a:prstClr val="black"/>
                </a:solidFill>
                <a:effectLst/>
                <a:uLnTx/>
                <a:uFillTx/>
                <a:latin typeface="Corbel" panose="020B0503020204020204"/>
                <a:ea typeface="+mn-ea"/>
                <a:cs typeface="+mn-cs"/>
              </a:rPr>
              <a:t>3 - Chunking</a:t>
            </a:r>
          </a:p>
        </p:txBody>
      </p:sp>
    </p:spTree>
    <p:extLst>
      <p:ext uri="{BB962C8B-B14F-4D97-AF65-F5344CB8AC3E}">
        <p14:creationId xmlns:p14="http://schemas.microsoft.com/office/powerpoint/2010/main" val="854823643"/>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Online Media 3" title="Chunking: Learning Technique for Better Memory">
            <a:hlinkClick r:id="" action="ppaction://media"/>
            <a:extLst>
              <a:ext uri="{FF2B5EF4-FFF2-40B4-BE49-F238E27FC236}">
                <a16:creationId xmlns:a16="http://schemas.microsoft.com/office/drawing/2014/main" id="{9550462A-2143-24DC-78FB-AC4BFB3F2BC6}"/>
              </a:ext>
            </a:extLst>
          </p:cNvPr>
          <p:cNvPicPr>
            <a:picLocks noRot="1" noChangeAspect="1"/>
          </p:cNvPicPr>
          <p:nvPr>
            <a:videoFile r:link="rId1"/>
          </p:nvPr>
        </p:nvPicPr>
        <p:blipFill>
          <a:blip r:embed="rId3"/>
          <a:stretch>
            <a:fillRect/>
          </a:stretch>
        </p:blipFill>
        <p:spPr>
          <a:xfrm>
            <a:off x="617366" y="333572"/>
            <a:ext cx="11119866" cy="6282724"/>
          </a:xfrm>
          <a:prstGeom prst="rect">
            <a:avLst/>
          </a:prstGeom>
        </p:spPr>
      </p:pic>
    </p:spTree>
    <p:extLst>
      <p:ext uri="{BB962C8B-B14F-4D97-AF65-F5344CB8AC3E}">
        <p14:creationId xmlns:p14="http://schemas.microsoft.com/office/powerpoint/2010/main" val="68062963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mediacall" presetSubtype="0" fill="hold" nodeType="clickEffect">
                                  <p:stCondLst>
                                    <p:cond delay="0"/>
                                  </p:stCondLst>
                                  <p:childTnLst>
                                    <p:cmd type="call" cmd="playFrom(0.0)">
                                      <p:cBhvr>
                                        <p:cTn id="6" dur="1" fill="hold"/>
                                        <p:tgtEl>
                                          <p:spTgt spid="4"/>
                                        </p:tgtEl>
                                      </p:cBhvr>
                                    </p:cmd>
                                  </p:childTnLst>
                                </p:cTn>
                              </p:par>
                            </p:childTnLst>
                          </p:cTn>
                        </p:par>
                      </p:childTnLst>
                    </p:cTn>
                  </p:par>
                </p:childTnLst>
              </p:cTn>
              <p:prevCondLst>
                <p:cond evt="onPrev" delay="0">
                  <p:tgtEl>
                    <p:sldTgt/>
                  </p:tgtEl>
                </p:cond>
              </p:prevCondLst>
              <p:nextCondLst>
                <p:cond evt="onNext" delay="0">
                  <p:tgtEl>
                    <p:sldTgt/>
                  </p:tgtEl>
                </p:cond>
              </p:nextCondLst>
            </p:seq>
            <p:video>
              <p:cMediaNode vol="80000">
                <p:cTn id="7" fill="hold" display="0">
                  <p:stCondLst>
                    <p:cond delay="indefinite"/>
                  </p:stCondLst>
                </p:cTn>
                <p:tgtEl>
                  <p:spTgt spid="4"/>
                </p:tgtEl>
              </p:cMediaNode>
            </p:video>
            <p:seq concurrent="1" nextAc="seek">
              <p:cTn id="8" restart="whenNotActive" fill="hold" evtFilter="cancelBubble" nodeType="interactiveSeq">
                <p:stCondLst>
                  <p:cond evt="onClick" delay="0">
                    <p:tgtEl>
                      <p:spTgt spid="4"/>
                    </p:tgtEl>
                  </p:cond>
                </p:stCondLst>
                <p:endSync evt="end" delay="0">
                  <p:rtn val="all"/>
                </p:endSync>
                <p:childTnLst>
                  <p:par>
                    <p:cTn id="9" fill="hold">
                      <p:stCondLst>
                        <p:cond delay="0"/>
                      </p:stCondLst>
                      <p:childTnLst>
                        <p:par>
                          <p:cTn id="10" fill="hold">
                            <p:stCondLst>
                              <p:cond delay="0"/>
                            </p:stCondLst>
                            <p:childTnLst>
                              <p:par>
                                <p:cTn id="11" presetID="2" presetClass="mediacall" presetSubtype="0" fill="hold" nodeType="clickEffect">
                                  <p:stCondLst>
                                    <p:cond delay="0"/>
                                  </p:stCondLst>
                                  <p:childTnLst>
                                    <p:cmd type="call" cmd="togglePause">
                                      <p:cBhvr>
                                        <p:cTn id="12" dur="1" fill="hold"/>
                                        <p:tgtEl>
                                          <p:spTgt spid="4"/>
                                        </p:tgtEl>
                                      </p:cBhvr>
                                    </p:cmd>
                                  </p:childTnLst>
                                </p:cTn>
                              </p:par>
                            </p:childTnLst>
                          </p:cTn>
                        </p:par>
                      </p:childTnLst>
                    </p:cTn>
                  </p:par>
                </p:childTnLst>
              </p:cTn>
              <p:nextCondLst>
                <p:cond evt="onClick" delay="0">
                  <p:tgtEl>
                    <p:spTgt spid="4"/>
                  </p:tgtEl>
                </p:cond>
              </p:nextCondLst>
            </p:seq>
          </p:childTnLst>
        </p:cTn>
      </p:par>
    </p:tnLst>
  </p:timing>
</p:sld>
</file>

<file path=ppt/slides/slide3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5" name="Text Placeholder 4"/>
          <p:cNvSpPr>
            <a:spLocks noGrp="1"/>
          </p:cNvSpPr>
          <p:nvPr>
            <p:ph type="body" idx="1"/>
          </p:nvPr>
        </p:nvSpPr>
        <p:spPr>
          <a:xfrm>
            <a:off x="358231" y="3670153"/>
            <a:ext cx="11833769" cy="2715452"/>
          </a:xfrm>
        </p:spPr>
        <p:txBody>
          <a:bodyPr>
            <a:noAutofit/>
          </a:bodyPr>
          <a:lstStyle/>
          <a:p>
            <a:pPr algn="l">
              <a:lnSpc>
                <a:spcPct val="100000"/>
              </a:lnSpc>
              <a:buClr>
                <a:schemeClr val="accent1"/>
              </a:buClr>
            </a:pPr>
            <a:r>
              <a:rPr lang="en-AU" sz="2800" b="1" i="0" u="sng" dirty="0">
                <a:solidFill>
                  <a:schemeClr val="tx1"/>
                </a:solidFill>
              </a:rPr>
              <a:t>Maintenance Rehearsal:</a:t>
            </a:r>
          </a:p>
          <a:p>
            <a:pPr marL="457200" indent="-457200" algn="l">
              <a:lnSpc>
                <a:spcPct val="100000"/>
              </a:lnSpc>
              <a:buClr>
                <a:schemeClr val="accent1"/>
              </a:buClr>
              <a:buFont typeface="Wingdings" panose="05000000000000000000" pitchFamily="2" charset="2"/>
              <a:buChar char="§"/>
            </a:pPr>
            <a:r>
              <a:rPr lang="en-AU" sz="2800" i="0" dirty="0">
                <a:solidFill>
                  <a:schemeClr val="tx1"/>
                </a:solidFill>
              </a:rPr>
              <a:t>Strategy to move information from STM to LTM by repeating it over and over</a:t>
            </a:r>
          </a:p>
          <a:p>
            <a:pPr marL="457200" indent="-457200" algn="l">
              <a:lnSpc>
                <a:spcPct val="100000"/>
              </a:lnSpc>
              <a:buClr>
                <a:schemeClr val="accent1"/>
              </a:buClr>
              <a:buFont typeface="Wingdings" panose="05000000000000000000" pitchFamily="2" charset="2"/>
              <a:buChar char="§"/>
            </a:pPr>
            <a:r>
              <a:rPr lang="en-AU" sz="2800" i="0" dirty="0">
                <a:solidFill>
                  <a:schemeClr val="tx1"/>
                </a:solidFill>
              </a:rPr>
              <a:t>Keeps information in STM for longer (if no interruptions)</a:t>
            </a:r>
          </a:p>
          <a:p>
            <a:pPr marL="457200" indent="-457200" algn="l">
              <a:lnSpc>
                <a:spcPct val="100000"/>
              </a:lnSpc>
              <a:buClr>
                <a:schemeClr val="accent1"/>
              </a:buClr>
              <a:buFont typeface="Wingdings" panose="05000000000000000000" pitchFamily="2" charset="2"/>
              <a:buChar char="§"/>
            </a:pPr>
            <a:r>
              <a:rPr lang="en-AU" sz="2800" i="0" dirty="0">
                <a:solidFill>
                  <a:schemeClr val="tx1"/>
                </a:solidFill>
              </a:rPr>
              <a:t>No meaning added to information</a:t>
            </a:r>
          </a:p>
          <a:p>
            <a:pPr algn="l">
              <a:lnSpc>
                <a:spcPct val="100000"/>
              </a:lnSpc>
              <a:buClr>
                <a:schemeClr val="accent1"/>
              </a:buClr>
            </a:pPr>
            <a:endParaRPr lang="en-AU" sz="2800" i="0" dirty="0">
              <a:solidFill>
                <a:schemeClr val="tx1"/>
              </a:solidFill>
            </a:endParaRPr>
          </a:p>
          <a:p>
            <a:pPr algn="l">
              <a:lnSpc>
                <a:spcPct val="100000"/>
              </a:lnSpc>
              <a:buClr>
                <a:schemeClr val="accent1"/>
              </a:buClr>
            </a:pPr>
            <a:r>
              <a:rPr lang="en-AU" sz="2800" b="1" i="0" u="sng" dirty="0">
                <a:solidFill>
                  <a:schemeClr val="tx1"/>
                </a:solidFill>
              </a:rPr>
              <a:t>Elaborative Rehearsal:</a:t>
            </a:r>
          </a:p>
          <a:p>
            <a:pPr marL="457200" indent="-457200" algn="l">
              <a:lnSpc>
                <a:spcPct val="100000"/>
              </a:lnSpc>
              <a:buClr>
                <a:schemeClr val="accent1"/>
              </a:buClr>
              <a:buFont typeface="Wingdings" panose="05000000000000000000" pitchFamily="2" charset="2"/>
              <a:buChar char="§"/>
            </a:pPr>
            <a:r>
              <a:rPr lang="en-AU" sz="2800" i="0" dirty="0">
                <a:solidFill>
                  <a:schemeClr val="tx1"/>
                </a:solidFill>
              </a:rPr>
              <a:t>Process of giving meaning to information or linking it to pre-existing information to increase encoding</a:t>
            </a:r>
          </a:p>
          <a:p>
            <a:pPr marL="457200" indent="-457200" algn="l">
              <a:lnSpc>
                <a:spcPct val="100000"/>
              </a:lnSpc>
              <a:buClr>
                <a:schemeClr val="accent1"/>
              </a:buClr>
              <a:buFont typeface="Wingdings" panose="05000000000000000000" pitchFamily="2" charset="2"/>
              <a:buChar char="§"/>
            </a:pPr>
            <a:r>
              <a:rPr lang="en-AU" sz="2800" i="0" dirty="0">
                <a:solidFill>
                  <a:schemeClr val="tx1"/>
                </a:solidFill>
              </a:rPr>
              <a:t>‘like a brick in a wall’</a:t>
            </a:r>
          </a:p>
          <a:p>
            <a:pPr marL="457200" indent="-457200" algn="l">
              <a:lnSpc>
                <a:spcPct val="100000"/>
              </a:lnSpc>
              <a:buClr>
                <a:schemeClr val="accent1"/>
              </a:buClr>
              <a:buFont typeface="Wingdings" panose="05000000000000000000" pitchFamily="2" charset="2"/>
              <a:buChar char="§"/>
            </a:pPr>
            <a:endParaRPr lang="en-AU" sz="2800" i="0" dirty="0">
              <a:solidFill>
                <a:schemeClr val="tx1"/>
              </a:solidFill>
            </a:endParaRPr>
          </a:p>
          <a:p>
            <a:pPr algn="l">
              <a:lnSpc>
                <a:spcPct val="100000"/>
              </a:lnSpc>
              <a:buClr>
                <a:schemeClr val="accent1"/>
              </a:buClr>
            </a:pPr>
            <a:endParaRPr lang="en-AU" sz="2800" u="sng" dirty="0">
              <a:solidFill>
                <a:schemeClr val="tx1"/>
              </a:solidFill>
            </a:endParaRPr>
          </a:p>
          <a:p>
            <a:pPr marL="457200" indent="-457200" algn="l">
              <a:lnSpc>
                <a:spcPct val="100000"/>
              </a:lnSpc>
              <a:buClr>
                <a:schemeClr val="accent1"/>
              </a:buClr>
              <a:buFont typeface="Wingdings" panose="05000000000000000000" pitchFamily="2" charset="2"/>
              <a:buChar char="§"/>
            </a:pPr>
            <a:endParaRPr lang="en-AU" sz="2800" b="1" i="0" dirty="0">
              <a:solidFill>
                <a:schemeClr val="tx1"/>
              </a:solidFill>
            </a:endParaRPr>
          </a:p>
          <a:p>
            <a:pPr marL="457200" indent="-457200" algn="l">
              <a:lnSpc>
                <a:spcPct val="100000"/>
              </a:lnSpc>
              <a:buClr>
                <a:schemeClr val="accent1"/>
              </a:buClr>
              <a:buFont typeface="Wingdings" panose="05000000000000000000" pitchFamily="2" charset="2"/>
              <a:buChar char="§"/>
            </a:pPr>
            <a:endParaRPr lang="en-AU" sz="2800" i="0" dirty="0">
              <a:solidFill>
                <a:schemeClr val="tx1"/>
              </a:solidFill>
            </a:endParaRPr>
          </a:p>
          <a:p>
            <a:pPr marL="457200" indent="-457200" algn="l">
              <a:lnSpc>
                <a:spcPct val="100000"/>
              </a:lnSpc>
              <a:buClr>
                <a:schemeClr val="accent1"/>
              </a:buClr>
              <a:buFont typeface="Wingdings" panose="05000000000000000000" pitchFamily="2" charset="2"/>
              <a:buChar char="§"/>
            </a:pPr>
            <a:endParaRPr lang="en-AU" sz="2800" i="0" dirty="0">
              <a:solidFill>
                <a:schemeClr val="tx1"/>
              </a:solidFill>
            </a:endParaRPr>
          </a:p>
          <a:p>
            <a:pPr lvl="1">
              <a:buClr>
                <a:schemeClr val="accent1"/>
              </a:buClr>
            </a:pPr>
            <a:endParaRPr lang="en-AU" sz="2400" i="0" dirty="0">
              <a:solidFill>
                <a:schemeClr val="tx1"/>
              </a:solidFill>
            </a:endParaRPr>
          </a:p>
        </p:txBody>
      </p:sp>
      <p:sp>
        <p:nvSpPr>
          <p:cNvPr id="6" name="Text Placeholder 2"/>
          <p:cNvSpPr txBox="1">
            <a:spLocks/>
          </p:cNvSpPr>
          <p:nvPr/>
        </p:nvSpPr>
        <p:spPr>
          <a:xfrm>
            <a:off x="422512" y="537234"/>
            <a:ext cx="11220853" cy="819150"/>
          </a:xfrm>
          <a:prstGeom prst="rect">
            <a:avLst/>
          </a:prstGeom>
        </p:spPr>
        <p:txBody>
          <a:bodyPr vert="horz" lIns="91440" tIns="45720" rIns="91440" bIns="45720" rtlCol="0" anchor="ctr">
            <a:noAutofit/>
          </a:bodyPr>
          <a:lstStyle>
            <a:lvl1pPr marL="0" indent="0" algn="r" defTabSz="914400" rtl="0" eaLnBrk="1" latinLnBrk="0" hangingPunct="1">
              <a:lnSpc>
                <a:spcPct val="113000"/>
              </a:lnSpc>
              <a:spcBef>
                <a:spcPts val="0"/>
              </a:spcBef>
              <a:buFont typeface="Arial" panose="020B0604020202020204" pitchFamily="34" charset="0"/>
              <a:buNone/>
              <a:defRPr sz="2000" b="0" i="1" kern="1200" baseline="0">
                <a:solidFill>
                  <a:schemeClr val="accent1"/>
                </a:solidFill>
                <a:latin typeface="+mn-lt"/>
                <a:ea typeface="+mn-ea"/>
                <a:cs typeface="+mn-cs"/>
              </a:defRPr>
            </a:lvl1pPr>
            <a:lvl2pPr marL="457200" indent="0" algn="l" defTabSz="914400" rtl="0" eaLnBrk="1" latinLnBrk="0" hangingPunct="1">
              <a:lnSpc>
                <a:spcPct val="112000"/>
              </a:lnSpc>
              <a:spcBef>
                <a:spcPts val="900"/>
              </a:spcBef>
              <a:buFont typeface="Corbel" panose="020B0503020204020204" pitchFamily="34" charset="0"/>
              <a:buNone/>
              <a:defRPr sz="2000" kern="1200" baseline="0">
                <a:solidFill>
                  <a:schemeClr val="tx1">
                    <a:tint val="75000"/>
                  </a:schemeClr>
                </a:solidFill>
                <a:latin typeface="+mn-lt"/>
                <a:ea typeface="+mn-ea"/>
                <a:cs typeface="+mn-cs"/>
              </a:defRPr>
            </a:lvl2pPr>
            <a:lvl3pPr marL="914400" indent="0" algn="l" defTabSz="914400" rtl="0" eaLnBrk="1" latinLnBrk="0" hangingPunct="1">
              <a:lnSpc>
                <a:spcPct val="112000"/>
              </a:lnSpc>
              <a:spcBef>
                <a:spcPts val="900"/>
              </a:spcBef>
              <a:buFont typeface="Arial" panose="020B0604020202020204" pitchFamily="34" charset="0"/>
              <a:buNone/>
              <a:defRPr sz="1800" kern="1200" baseline="0">
                <a:solidFill>
                  <a:schemeClr val="tx1">
                    <a:tint val="75000"/>
                  </a:schemeClr>
                </a:solidFill>
                <a:latin typeface="+mn-lt"/>
                <a:ea typeface="+mn-ea"/>
                <a:cs typeface="+mn-cs"/>
              </a:defRPr>
            </a:lvl3pPr>
            <a:lvl4pPr marL="1371600" indent="0" algn="l" defTabSz="914400" rtl="0" eaLnBrk="1" latinLnBrk="0" hangingPunct="1">
              <a:lnSpc>
                <a:spcPct val="112000"/>
              </a:lnSpc>
              <a:spcBef>
                <a:spcPts val="900"/>
              </a:spcBef>
              <a:buFont typeface="Corbel" panose="020B0503020204020204" pitchFamily="34" charset="0"/>
              <a:buNone/>
              <a:defRPr sz="1600" kern="1200" baseline="0">
                <a:solidFill>
                  <a:schemeClr val="tx1">
                    <a:tint val="75000"/>
                  </a:schemeClr>
                </a:solidFill>
                <a:latin typeface="+mn-lt"/>
                <a:ea typeface="+mn-ea"/>
                <a:cs typeface="+mn-cs"/>
              </a:defRPr>
            </a:lvl4pPr>
            <a:lvl5pPr marL="1828800" indent="0" algn="l" defTabSz="914400" rtl="0" eaLnBrk="1" latinLnBrk="0" hangingPunct="1">
              <a:lnSpc>
                <a:spcPct val="112000"/>
              </a:lnSpc>
              <a:spcBef>
                <a:spcPts val="900"/>
              </a:spcBef>
              <a:buFont typeface="Arial" panose="020B0604020202020204" pitchFamily="34" charset="0"/>
              <a:buNone/>
              <a:defRPr sz="1600" i="1" kern="1200" baseline="0">
                <a:solidFill>
                  <a:schemeClr val="tx1">
                    <a:tint val="75000"/>
                  </a:schemeClr>
                </a:solidFill>
                <a:latin typeface="+mn-lt"/>
                <a:ea typeface="+mn-ea"/>
                <a:cs typeface="+mn-cs"/>
              </a:defRPr>
            </a:lvl5pPr>
            <a:lvl6pPr marL="2286000" indent="0" algn="l" defTabSz="914400" rtl="0" eaLnBrk="1" latinLnBrk="0" hangingPunct="1">
              <a:lnSpc>
                <a:spcPct val="112000"/>
              </a:lnSpc>
              <a:spcBef>
                <a:spcPts val="1300"/>
              </a:spcBef>
              <a:buFont typeface="Corbel" panose="020B0503020204020204" pitchFamily="34" charset="0"/>
              <a:buNone/>
              <a:defRPr sz="1600" kern="1200">
                <a:solidFill>
                  <a:schemeClr val="tx1">
                    <a:tint val="75000"/>
                  </a:schemeClr>
                </a:solidFill>
                <a:latin typeface="+mn-lt"/>
                <a:ea typeface="+mn-ea"/>
                <a:cs typeface="+mn-cs"/>
              </a:defRPr>
            </a:lvl6pPr>
            <a:lvl7pPr marL="2743200" indent="0" algn="l" defTabSz="914400" rtl="0" eaLnBrk="1" latinLnBrk="0" hangingPunct="1">
              <a:lnSpc>
                <a:spcPct val="112000"/>
              </a:lnSpc>
              <a:spcBef>
                <a:spcPts val="1300"/>
              </a:spcBef>
              <a:buFont typeface="Arial" panose="020B0604020202020204" pitchFamily="34" charset="0"/>
              <a:buNone/>
              <a:defRPr sz="1600" i="1" kern="1200">
                <a:solidFill>
                  <a:schemeClr val="tx1">
                    <a:tint val="75000"/>
                  </a:schemeClr>
                </a:solidFill>
                <a:latin typeface="+mn-lt"/>
                <a:ea typeface="+mn-ea"/>
                <a:cs typeface="+mn-cs"/>
              </a:defRPr>
            </a:lvl7pPr>
            <a:lvl8pPr marL="3200400" indent="0" algn="l" defTabSz="914400" rtl="0" eaLnBrk="1" latinLnBrk="0" hangingPunct="1">
              <a:lnSpc>
                <a:spcPct val="112000"/>
              </a:lnSpc>
              <a:spcBef>
                <a:spcPts val="1300"/>
              </a:spcBef>
              <a:buFont typeface="Corbel" panose="020B0503020204020204" pitchFamily="34" charset="0"/>
              <a:buNone/>
              <a:defRPr sz="1600" kern="1200">
                <a:solidFill>
                  <a:schemeClr val="tx1">
                    <a:tint val="75000"/>
                  </a:schemeClr>
                </a:solidFill>
                <a:latin typeface="+mn-lt"/>
                <a:ea typeface="+mn-ea"/>
                <a:cs typeface="+mn-cs"/>
              </a:defRPr>
            </a:lvl8pPr>
            <a:lvl9pPr marL="3657600" indent="0" algn="l" defTabSz="914400" rtl="0" eaLnBrk="1" latinLnBrk="0" hangingPunct="1">
              <a:lnSpc>
                <a:spcPct val="112000"/>
              </a:lnSpc>
              <a:spcBef>
                <a:spcPts val="1300"/>
              </a:spcBef>
              <a:buFont typeface="Arial" panose="020B0604020202020204" pitchFamily="34" charset="0"/>
              <a:buNone/>
              <a:defRPr sz="1600" i="1" kern="1200" baseline="0">
                <a:solidFill>
                  <a:schemeClr val="tx1">
                    <a:tint val="75000"/>
                  </a:schemeClr>
                </a:solidFill>
                <a:latin typeface="+mn-lt"/>
                <a:ea typeface="+mn-ea"/>
                <a:cs typeface="+mn-cs"/>
              </a:defRPr>
            </a:lvl9pPr>
          </a:lstStyle>
          <a:p>
            <a:pPr marL="0" marR="0" lvl="0" indent="0" algn="ctr" defTabSz="914400" rtl="0" eaLnBrk="1" fontAlgn="auto" latinLnBrk="0" hangingPunct="1">
              <a:lnSpc>
                <a:spcPct val="113000"/>
              </a:lnSpc>
              <a:spcBef>
                <a:spcPts val="0"/>
              </a:spcBef>
              <a:spcAft>
                <a:spcPts val="0"/>
              </a:spcAft>
              <a:buClrTx/>
              <a:buSzTx/>
              <a:buFont typeface="Arial" panose="020B0604020202020204" pitchFamily="34" charset="0"/>
              <a:buNone/>
              <a:tabLst/>
              <a:defRPr/>
            </a:pPr>
            <a:r>
              <a:rPr kumimoji="0" lang="en-AU" sz="4800" b="1" i="1" u="sng" strike="noStrike" kern="1200" cap="none" spc="0" normalizeH="0" baseline="0" noProof="0" dirty="0">
                <a:ln>
                  <a:noFill/>
                </a:ln>
                <a:solidFill>
                  <a:prstClr val="black"/>
                </a:solidFill>
                <a:effectLst/>
                <a:uLnTx/>
                <a:uFillTx/>
                <a:latin typeface="Corbel" panose="020B0503020204020204"/>
                <a:ea typeface="+mn-ea"/>
                <a:cs typeface="+mn-cs"/>
              </a:rPr>
              <a:t>4 - Rehearsal</a:t>
            </a:r>
          </a:p>
        </p:txBody>
      </p:sp>
    </p:spTree>
    <p:extLst>
      <p:ext uri="{BB962C8B-B14F-4D97-AF65-F5344CB8AC3E}">
        <p14:creationId xmlns:p14="http://schemas.microsoft.com/office/powerpoint/2010/main" val="3726421938"/>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Online Media 3" title="Study Strategies: Retrieval Practice">
            <a:hlinkClick r:id="" action="ppaction://media"/>
            <a:extLst>
              <a:ext uri="{FF2B5EF4-FFF2-40B4-BE49-F238E27FC236}">
                <a16:creationId xmlns:a16="http://schemas.microsoft.com/office/drawing/2014/main" id="{86874EA0-123E-D867-A517-199AFC1B1AC6}"/>
              </a:ext>
            </a:extLst>
          </p:cNvPr>
          <p:cNvPicPr>
            <a:picLocks noRot="1" noChangeAspect="1"/>
          </p:cNvPicPr>
          <p:nvPr>
            <a:videoFile r:link="rId1"/>
          </p:nvPr>
        </p:nvPicPr>
        <p:blipFill>
          <a:blip r:embed="rId3"/>
          <a:stretch>
            <a:fillRect/>
          </a:stretch>
        </p:blipFill>
        <p:spPr>
          <a:xfrm>
            <a:off x="291210" y="149294"/>
            <a:ext cx="11580029" cy="6542716"/>
          </a:xfrm>
          <a:prstGeom prst="rect">
            <a:avLst/>
          </a:prstGeom>
        </p:spPr>
      </p:pic>
    </p:spTree>
    <p:extLst>
      <p:ext uri="{BB962C8B-B14F-4D97-AF65-F5344CB8AC3E}">
        <p14:creationId xmlns:p14="http://schemas.microsoft.com/office/powerpoint/2010/main" val="70989576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mediacall" presetSubtype="0" fill="hold" nodeType="clickEffect">
                                  <p:stCondLst>
                                    <p:cond delay="0"/>
                                  </p:stCondLst>
                                  <p:childTnLst>
                                    <p:cmd type="call" cmd="playFrom(0.0)">
                                      <p:cBhvr>
                                        <p:cTn id="6" dur="1" fill="hold"/>
                                        <p:tgtEl>
                                          <p:spTgt spid="4"/>
                                        </p:tgtEl>
                                      </p:cBhvr>
                                    </p:cmd>
                                  </p:childTnLst>
                                </p:cTn>
                              </p:par>
                            </p:childTnLst>
                          </p:cTn>
                        </p:par>
                      </p:childTnLst>
                    </p:cTn>
                  </p:par>
                </p:childTnLst>
              </p:cTn>
              <p:prevCondLst>
                <p:cond evt="onPrev" delay="0">
                  <p:tgtEl>
                    <p:sldTgt/>
                  </p:tgtEl>
                </p:cond>
              </p:prevCondLst>
              <p:nextCondLst>
                <p:cond evt="onNext" delay="0">
                  <p:tgtEl>
                    <p:sldTgt/>
                  </p:tgtEl>
                </p:cond>
              </p:nextCondLst>
            </p:seq>
            <p:video>
              <p:cMediaNode vol="80000">
                <p:cTn id="7" fill="hold" display="0">
                  <p:stCondLst>
                    <p:cond delay="indefinite"/>
                  </p:stCondLst>
                </p:cTn>
                <p:tgtEl>
                  <p:spTgt spid="4"/>
                </p:tgtEl>
              </p:cMediaNode>
            </p:video>
            <p:seq concurrent="1" nextAc="seek">
              <p:cTn id="8" restart="whenNotActive" fill="hold" evtFilter="cancelBubble" nodeType="interactiveSeq">
                <p:stCondLst>
                  <p:cond evt="onClick" delay="0">
                    <p:tgtEl>
                      <p:spTgt spid="4"/>
                    </p:tgtEl>
                  </p:cond>
                </p:stCondLst>
                <p:endSync evt="end" delay="0">
                  <p:rtn val="all"/>
                </p:endSync>
                <p:childTnLst>
                  <p:par>
                    <p:cTn id="9" fill="hold">
                      <p:stCondLst>
                        <p:cond delay="0"/>
                      </p:stCondLst>
                      <p:childTnLst>
                        <p:par>
                          <p:cTn id="10" fill="hold">
                            <p:stCondLst>
                              <p:cond delay="0"/>
                            </p:stCondLst>
                            <p:childTnLst>
                              <p:par>
                                <p:cTn id="11" presetID="2" presetClass="mediacall" presetSubtype="0" fill="hold" nodeType="clickEffect">
                                  <p:stCondLst>
                                    <p:cond delay="0"/>
                                  </p:stCondLst>
                                  <p:childTnLst>
                                    <p:cmd type="call" cmd="togglePause">
                                      <p:cBhvr>
                                        <p:cTn id="12" dur="1" fill="hold"/>
                                        <p:tgtEl>
                                          <p:spTgt spid="4"/>
                                        </p:tgtEl>
                                      </p:cBhvr>
                                    </p:cmd>
                                  </p:childTnLst>
                                </p:cTn>
                              </p:par>
                            </p:childTnLst>
                          </p:cTn>
                        </p:par>
                      </p:childTnLst>
                    </p:cTn>
                  </p:par>
                </p:childTnLst>
              </p:cTn>
              <p:nextCondLst>
                <p:cond evt="onClick" delay="0">
                  <p:tgtEl>
                    <p:spTgt spid="4"/>
                  </p:tgtEl>
                </p:cond>
              </p:nextCondLst>
            </p:seq>
          </p:childTnLst>
        </p:cTn>
      </p:par>
    </p:tnLst>
  </p:timing>
</p:sld>
</file>

<file path=ppt/slides/slide3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5" name="Text Placeholder 4"/>
          <p:cNvSpPr>
            <a:spLocks noGrp="1"/>
          </p:cNvSpPr>
          <p:nvPr>
            <p:ph type="body" idx="1"/>
          </p:nvPr>
        </p:nvSpPr>
        <p:spPr>
          <a:xfrm>
            <a:off x="433946" y="1281324"/>
            <a:ext cx="11132924" cy="4804969"/>
          </a:xfrm>
        </p:spPr>
        <p:txBody>
          <a:bodyPr>
            <a:noAutofit/>
          </a:bodyPr>
          <a:lstStyle/>
          <a:p>
            <a:pPr marL="457200" indent="-457200" algn="l">
              <a:lnSpc>
                <a:spcPct val="100000"/>
              </a:lnSpc>
              <a:buClr>
                <a:schemeClr val="accent1"/>
              </a:buClr>
              <a:buFont typeface="Wingdings" panose="05000000000000000000" pitchFamily="2" charset="2"/>
              <a:buChar char="§"/>
            </a:pPr>
            <a:endParaRPr lang="en-AU" sz="2800" i="0" dirty="0">
              <a:solidFill>
                <a:schemeClr val="tx1"/>
              </a:solidFill>
            </a:endParaRPr>
          </a:p>
          <a:p>
            <a:pPr marL="457200" indent="-457200" algn="l">
              <a:lnSpc>
                <a:spcPct val="100000"/>
              </a:lnSpc>
              <a:buClr>
                <a:schemeClr val="accent1"/>
              </a:buClr>
              <a:buFont typeface="Wingdings" panose="05000000000000000000" pitchFamily="2" charset="2"/>
              <a:buChar char="§"/>
            </a:pPr>
            <a:r>
              <a:rPr lang="en-AU" sz="2800" i="0" dirty="0">
                <a:solidFill>
                  <a:schemeClr val="tx1"/>
                </a:solidFill>
              </a:rPr>
              <a:t>Helps improve both encoding and retrieval</a:t>
            </a:r>
          </a:p>
          <a:p>
            <a:pPr marL="457200" indent="-457200" algn="l">
              <a:lnSpc>
                <a:spcPct val="100000"/>
              </a:lnSpc>
              <a:buClr>
                <a:schemeClr val="accent1"/>
              </a:buClr>
              <a:buFont typeface="Wingdings" panose="05000000000000000000" pitchFamily="2" charset="2"/>
              <a:buChar char="§"/>
            </a:pPr>
            <a:r>
              <a:rPr lang="en-AU" sz="2800" i="0" dirty="0">
                <a:solidFill>
                  <a:schemeClr val="tx1"/>
                </a:solidFill>
              </a:rPr>
              <a:t>A mnemonic that focuses on visualisation to strengthen memory (memory palace)</a:t>
            </a:r>
          </a:p>
          <a:p>
            <a:pPr marL="457200" indent="-457200" algn="l">
              <a:lnSpc>
                <a:spcPct val="100000"/>
              </a:lnSpc>
              <a:buClr>
                <a:schemeClr val="accent1"/>
              </a:buClr>
              <a:buFont typeface="Wingdings" panose="05000000000000000000" pitchFamily="2" charset="2"/>
              <a:buChar char="§"/>
            </a:pPr>
            <a:r>
              <a:rPr lang="en-AU" sz="2800" i="0" dirty="0">
                <a:solidFill>
                  <a:schemeClr val="tx1"/>
                </a:solidFill>
              </a:rPr>
              <a:t>It involves visualising a well-known location in your mind</a:t>
            </a:r>
          </a:p>
          <a:p>
            <a:pPr marL="914400" lvl="1" indent="-457200">
              <a:lnSpc>
                <a:spcPct val="100000"/>
              </a:lnSpc>
              <a:buClr>
                <a:schemeClr val="accent1"/>
              </a:buClr>
              <a:buFont typeface="Courier New" panose="02070309020205020404" pitchFamily="49" charset="0"/>
              <a:buChar char="o"/>
            </a:pPr>
            <a:r>
              <a:rPr lang="en-AU" sz="2800" i="0" dirty="0">
                <a:solidFill>
                  <a:schemeClr val="tx1"/>
                </a:solidFill>
              </a:rPr>
              <a:t>It should be well known enough that you can very easily visualise it and walk through the location in your mind – a mental map (e.g. your house)</a:t>
            </a:r>
          </a:p>
          <a:p>
            <a:pPr marL="457200" indent="-457200" algn="l">
              <a:lnSpc>
                <a:spcPct val="100000"/>
              </a:lnSpc>
              <a:buClr>
                <a:schemeClr val="accent1"/>
              </a:buClr>
              <a:buFont typeface="Wingdings" panose="05000000000000000000" pitchFamily="2" charset="2"/>
              <a:buChar char="§"/>
            </a:pPr>
            <a:r>
              <a:rPr lang="en-AU" sz="2800" i="0" dirty="0">
                <a:solidFill>
                  <a:schemeClr val="tx1"/>
                </a:solidFill>
              </a:rPr>
              <a:t>This method involves placing items of information in unique places in the mental map making them easier to encode and retrieve</a:t>
            </a:r>
          </a:p>
        </p:txBody>
      </p:sp>
      <p:sp>
        <p:nvSpPr>
          <p:cNvPr id="2" name="Text Placeholder 2">
            <a:extLst>
              <a:ext uri="{FF2B5EF4-FFF2-40B4-BE49-F238E27FC236}">
                <a16:creationId xmlns:a16="http://schemas.microsoft.com/office/drawing/2014/main" id="{C8C592B9-069B-6E13-D7E5-8EDE6DB49409}"/>
              </a:ext>
            </a:extLst>
          </p:cNvPr>
          <p:cNvSpPr txBox="1">
            <a:spLocks/>
          </p:cNvSpPr>
          <p:nvPr/>
        </p:nvSpPr>
        <p:spPr>
          <a:xfrm>
            <a:off x="422512" y="537234"/>
            <a:ext cx="11220853" cy="819150"/>
          </a:xfrm>
          <a:prstGeom prst="rect">
            <a:avLst/>
          </a:prstGeom>
        </p:spPr>
        <p:txBody>
          <a:bodyPr vert="horz" lIns="91440" tIns="45720" rIns="91440" bIns="45720" rtlCol="0" anchor="ctr">
            <a:noAutofit/>
          </a:bodyPr>
          <a:lstStyle>
            <a:lvl1pPr marL="0" indent="0" algn="r" defTabSz="914400" rtl="0" eaLnBrk="1" latinLnBrk="0" hangingPunct="1">
              <a:lnSpc>
                <a:spcPct val="113000"/>
              </a:lnSpc>
              <a:spcBef>
                <a:spcPts val="0"/>
              </a:spcBef>
              <a:buFont typeface="Arial" panose="020B0604020202020204" pitchFamily="34" charset="0"/>
              <a:buNone/>
              <a:defRPr sz="2000" b="0" i="1" kern="1200" baseline="0">
                <a:solidFill>
                  <a:schemeClr val="accent1"/>
                </a:solidFill>
                <a:latin typeface="+mn-lt"/>
                <a:ea typeface="+mn-ea"/>
                <a:cs typeface="+mn-cs"/>
              </a:defRPr>
            </a:lvl1pPr>
            <a:lvl2pPr marL="457200" indent="0" algn="l" defTabSz="914400" rtl="0" eaLnBrk="1" latinLnBrk="0" hangingPunct="1">
              <a:lnSpc>
                <a:spcPct val="112000"/>
              </a:lnSpc>
              <a:spcBef>
                <a:spcPts val="900"/>
              </a:spcBef>
              <a:buFont typeface="Corbel" panose="020B0503020204020204" pitchFamily="34" charset="0"/>
              <a:buNone/>
              <a:defRPr sz="2000" kern="1200" baseline="0">
                <a:solidFill>
                  <a:schemeClr val="tx1">
                    <a:tint val="75000"/>
                  </a:schemeClr>
                </a:solidFill>
                <a:latin typeface="+mn-lt"/>
                <a:ea typeface="+mn-ea"/>
                <a:cs typeface="+mn-cs"/>
              </a:defRPr>
            </a:lvl2pPr>
            <a:lvl3pPr marL="914400" indent="0" algn="l" defTabSz="914400" rtl="0" eaLnBrk="1" latinLnBrk="0" hangingPunct="1">
              <a:lnSpc>
                <a:spcPct val="112000"/>
              </a:lnSpc>
              <a:spcBef>
                <a:spcPts val="900"/>
              </a:spcBef>
              <a:buFont typeface="Arial" panose="020B0604020202020204" pitchFamily="34" charset="0"/>
              <a:buNone/>
              <a:defRPr sz="1800" kern="1200" baseline="0">
                <a:solidFill>
                  <a:schemeClr val="tx1">
                    <a:tint val="75000"/>
                  </a:schemeClr>
                </a:solidFill>
                <a:latin typeface="+mn-lt"/>
                <a:ea typeface="+mn-ea"/>
                <a:cs typeface="+mn-cs"/>
              </a:defRPr>
            </a:lvl3pPr>
            <a:lvl4pPr marL="1371600" indent="0" algn="l" defTabSz="914400" rtl="0" eaLnBrk="1" latinLnBrk="0" hangingPunct="1">
              <a:lnSpc>
                <a:spcPct val="112000"/>
              </a:lnSpc>
              <a:spcBef>
                <a:spcPts val="900"/>
              </a:spcBef>
              <a:buFont typeface="Corbel" panose="020B0503020204020204" pitchFamily="34" charset="0"/>
              <a:buNone/>
              <a:defRPr sz="1600" kern="1200" baseline="0">
                <a:solidFill>
                  <a:schemeClr val="tx1">
                    <a:tint val="75000"/>
                  </a:schemeClr>
                </a:solidFill>
                <a:latin typeface="+mn-lt"/>
                <a:ea typeface="+mn-ea"/>
                <a:cs typeface="+mn-cs"/>
              </a:defRPr>
            </a:lvl4pPr>
            <a:lvl5pPr marL="1828800" indent="0" algn="l" defTabSz="914400" rtl="0" eaLnBrk="1" latinLnBrk="0" hangingPunct="1">
              <a:lnSpc>
                <a:spcPct val="112000"/>
              </a:lnSpc>
              <a:spcBef>
                <a:spcPts val="900"/>
              </a:spcBef>
              <a:buFont typeface="Arial" panose="020B0604020202020204" pitchFamily="34" charset="0"/>
              <a:buNone/>
              <a:defRPr sz="1600" i="1" kern="1200" baseline="0">
                <a:solidFill>
                  <a:schemeClr val="tx1">
                    <a:tint val="75000"/>
                  </a:schemeClr>
                </a:solidFill>
                <a:latin typeface="+mn-lt"/>
                <a:ea typeface="+mn-ea"/>
                <a:cs typeface="+mn-cs"/>
              </a:defRPr>
            </a:lvl5pPr>
            <a:lvl6pPr marL="2286000" indent="0" algn="l" defTabSz="914400" rtl="0" eaLnBrk="1" latinLnBrk="0" hangingPunct="1">
              <a:lnSpc>
                <a:spcPct val="112000"/>
              </a:lnSpc>
              <a:spcBef>
                <a:spcPts val="1300"/>
              </a:spcBef>
              <a:buFont typeface="Corbel" panose="020B0503020204020204" pitchFamily="34" charset="0"/>
              <a:buNone/>
              <a:defRPr sz="1600" kern="1200">
                <a:solidFill>
                  <a:schemeClr val="tx1">
                    <a:tint val="75000"/>
                  </a:schemeClr>
                </a:solidFill>
                <a:latin typeface="+mn-lt"/>
                <a:ea typeface="+mn-ea"/>
                <a:cs typeface="+mn-cs"/>
              </a:defRPr>
            </a:lvl6pPr>
            <a:lvl7pPr marL="2743200" indent="0" algn="l" defTabSz="914400" rtl="0" eaLnBrk="1" latinLnBrk="0" hangingPunct="1">
              <a:lnSpc>
                <a:spcPct val="112000"/>
              </a:lnSpc>
              <a:spcBef>
                <a:spcPts val="1300"/>
              </a:spcBef>
              <a:buFont typeface="Arial" panose="020B0604020202020204" pitchFamily="34" charset="0"/>
              <a:buNone/>
              <a:defRPr sz="1600" i="1" kern="1200">
                <a:solidFill>
                  <a:schemeClr val="tx1">
                    <a:tint val="75000"/>
                  </a:schemeClr>
                </a:solidFill>
                <a:latin typeface="+mn-lt"/>
                <a:ea typeface="+mn-ea"/>
                <a:cs typeface="+mn-cs"/>
              </a:defRPr>
            </a:lvl7pPr>
            <a:lvl8pPr marL="3200400" indent="0" algn="l" defTabSz="914400" rtl="0" eaLnBrk="1" latinLnBrk="0" hangingPunct="1">
              <a:lnSpc>
                <a:spcPct val="112000"/>
              </a:lnSpc>
              <a:spcBef>
                <a:spcPts val="1300"/>
              </a:spcBef>
              <a:buFont typeface="Corbel" panose="020B0503020204020204" pitchFamily="34" charset="0"/>
              <a:buNone/>
              <a:defRPr sz="1600" kern="1200">
                <a:solidFill>
                  <a:schemeClr val="tx1">
                    <a:tint val="75000"/>
                  </a:schemeClr>
                </a:solidFill>
                <a:latin typeface="+mn-lt"/>
                <a:ea typeface="+mn-ea"/>
                <a:cs typeface="+mn-cs"/>
              </a:defRPr>
            </a:lvl8pPr>
            <a:lvl9pPr marL="3657600" indent="0" algn="l" defTabSz="914400" rtl="0" eaLnBrk="1" latinLnBrk="0" hangingPunct="1">
              <a:lnSpc>
                <a:spcPct val="112000"/>
              </a:lnSpc>
              <a:spcBef>
                <a:spcPts val="1300"/>
              </a:spcBef>
              <a:buFont typeface="Arial" panose="020B0604020202020204" pitchFamily="34" charset="0"/>
              <a:buNone/>
              <a:defRPr sz="1600" i="1" kern="1200" baseline="0">
                <a:solidFill>
                  <a:schemeClr val="tx1">
                    <a:tint val="75000"/>
                  </a:schemeClr>
                </a:solidFill>
                <a:latin typeface="+mn-lt"/>
                <a:ea typeface="+mn-ea"/>
                <a:cs typeface="+mn-cs"/>
              </a:defRPr>
            </a:lvl9pPr>
          </a:lstStyle>
          <a:p>
            <a:pPr marL="0" marR="0" lvl="0" indent="0" algn="ctr" defTabSz="914400" rtl="0" eaLnBrk="1" fontAlgn="auto" latinLnBrk="0" hangingPunct="1">
              <a:lnSpc>
                <a:spcPct val="113000"/>
              </a:lnSpc>
              <a:spcBef>
                <a:spcPts val="0"/>
              </a:spcBef>
              <a:spcAft>
                <a:spcPts val="0"/>
              </a:spcAft>
              <a:buClrTx/>
              <a:buSzTx/>
              <a:buFont typeface="Arial" panose="020B0604020202020204" pitchFamily="34" charset="0"/>
              <a:buNone/>
              <a:tabLst/>
              <a:defRPr/>
            </a:pPr>
            <a:r>
              <a:rPr kumimoji="0" lang="en-AU" sz="4800" b="1" i="1" u="sng" strike="noStrike" kern="1200" cap="none" spc="0" normalizeH="0" baseline="0" noProof="0" dirty="0">
                <a:ln>
                  <a:noFill/>
                </a:ln>
                <a:solidFill>
                  <a:prstClr val="black"/>
                </a:solidFill>
                <a:effectLst/>
                <a:uLnTx/>
                <a:uFillTx/>
                <a:latin typeface="Corbel" panose="020B0503020204020204"/>
                <a:ea typeface="+mn-ea"/>
                <a:cs typeface="+mn-cs"/>
              </a:rPr>
              <a:t>5 – Method of loci</a:t>
            </a:r>
          </a:p>
        </p:txBody>
      </p:sp>
    </p:spTree>
    <p:extLst>
      <p:ext uri="{BB962C8B-B14F-4D97-AF65-F5344CB8AC3E}">
        <p14:creationId xmlns:p14="http://schemas.microsoft.com/office/powerpoint/2010/main" val="4168974976"/>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wbXBsdwrlwU"/>
          <p:cNvPicPr>
            <a:picLocks noRot="1" noChangeAspect="1"/>
          </p:cNvPicPr>
          <p:nvPr>
            <a:videoFile r:link="rId1"/>
          </p:nvPr>
        </p:nvPicPr>
        <p:blipFill>
          <a:blip r:embed="rId4"/>
          <a:stretch>
            <a:fillRect/>
          </a:stretch>
        </p:blipFill>
        <p:spPr>
          <a:xfrm>
            <a:off x="0" y="0"/>
            <a:ext cx="12192000" cy="6191488"/>
          </a:xfrm>
          <a:prstGeom prst="rect">
            <a:avLst/>
          </a:prstGeom>
        </p:spPr>
      </p:pic>
      <p:sp>
        <p:nvSpPr>
          <p:cNvPr id="4" name="Rectangle 3"/>
          <p:cNvSpPr/>
          <p:nvPr/>
        </p:nvSpPr>
        <p:spPr>
          <a:xfrm>
            <a:off x="0" y="6364724"/>
            <a:ext cx="5082610" cy="369332"/>
          </a:xfrm>
          <a:prstGeom prst="rect">
            <a:avLst/>
          </a:prstGeom>
        </p:spPr>
        <p:txBody>
          <a:bodyPr wrap="none">
            <a:spAutoFit/>
          </a:bodyPr>
          <a:lstStyle/>
          <a:p>
            <a:r>
              <a:rPr lang="en-AU" dirty="0">
                <a:hlinkClick r:id="rId5"/>
              </a:rPr>
              <a:t>https://www.youtube.com/watch?v=mh9B5UJbbRg</a:t>
            </a:r>
            <a:endParaRPr lang="en-AU" dirty="0"/>
          </a:p>
        </p:txBody>
      </p:sp>
    </p:spTree>
    <p:extLst>
      <p:ext uri="{BB962C8B-B14F-4D97-AF65-F5344CB8AC3E}">
        <p14:creationId xmlns:p14="http://schemas.microsoft.com/office/powerpoint/2010/main" val="1322908528"/>
      </p:ext>
    </p:extLst>
  </p:cSld>
  <p:clrMapOvr>
    <a:masterClrMapping/>
  </p:clrMapOvr>
</p:sld>
</file>

<file path=ppt/theme/theme1.xml><?xml version="1.0" encoding="utf-8"?>
<a:theme xmlns:a="http://schemas.openxmlformats.org/drawingml/2006/main" name="Headlines">
  <a:themeElements>
    <a:clrScheme name="Orange Red">
      <a:dk1>
        <a:sysClr val="windowText" lastClr="000000"/>
      </a:dk1>
      <a:lt1>
        <a:sysClr val="window" lastClr="FFFFFF"/>
      </a:lt1>
      <a:dk2>
        <a:srgbClr val="696464"/>
      </a:dk2>
      <a:lt2>
        <a:srgbClr val="E9E5DC"/>
      </a:lt2>
      <a:accent1>
        <a:srgbClr val="D34817"/>
      </a:accent1>
      <a:accent2>
        <a:srgbClr val="9B2D1F"/>
      </a:accent2>
      <a:accent3>
        <a:srgbClr val="A28E6A"/>
      </a:accent3>
      <a:accent4>
        <a:srgbClr val="956251"/>
      </a:accent4>
      <a:accent5>
        <a:srgbClr val="918485"/>
      </a:accent5>
      <a:accent6>
        <a:srgbClr val="855D5D"/>
      </a:accent6>
      <a:hlink>
        <a:srgbClr val="CC9900"/>
      </a:hlink>
      <a:folHlink>
        <a:srgbClr val="96A9A9"/>
      </a:folHlink>
    </a:clrScheme>
    <a:fontScheme name="Headlines">
      <a:majorFont>
        <a:latin typeface="Century Schoolbook" panose="02040604050505020304"/>
        <a:ea typeface=""/>
        <a:cs typeface=""/>
        <a:font script="Jpan" typeface="メイリオ"/>
        <a:font script="Hang" typeface="맑은 고딕"/>
        <a:font script="Hans" typeface="宋体"/>
        <a:font script="Hant" typeface="新細明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Corbel" panose="020B0503020204020204"/>
        <a:ea typeface=""/>
        <a:cs typeface=""/>
        <a:font script="Jpan" typeface="メイリオ"/>
        <a:font script="Hang" typeface="HY엽서L"/>
        <a:font script="Hans" typeface="华文楷体"/>
        <a:font script="Hant" typeface="新細明體"/>
        <a:font script="Arab" typeface="Tahoma"/>
        <a:font script="Hebr" typeface="Miriam"/>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Headlines">
      <a:fillStyleLst>
        <a:solidFill>
          <a:schemeClr val="phClr"/>
        </a:solidFill>
        <a:solidFill>
          <a:schemeClr val="phClr">
            <a:tint val="67000"/>
            <a:satMod val="105000"/>
          </a:schemeClr>
        </a:solidFill>
        <a:gradFill rotWithShape="1">
          <a:gsLst>
            <a:gs pos="0">
              <a:schemeClr val="phClr">
                <a:tint val="100000"/>
                <a:satMod val="103000"/>
                <a:lumMod val="102000"/>
              </a:schemeClr>
            </a:gs>
            <a:gs pos="50000">
              <a:schemeClr val="phClr">
                <a:shade val="100000"/>
                <a:satMod val="110000"/>
                <a:lumMod val="100000"/>
              </a:schemeClr>
            </a:gs>
            <a:gs pos="100000">
              <a:schemeClr val="phClr">
                <a:shade val="70000"/>
                <a:satMod val="120000"/>
                <a:lumMod val="99000"/>
              </a:schemeClr>
            </a:gs>
          </a:gsLst>
          <a:path path="circle">
            <a:fillToRect l="100000" t="100000" r="100000" b="100000"/>
          </a:path>
        </a:gradFill>
      </a:fillStyleLst>
      <a:lnStyleLst>
        <a:ln w="6350" cap="flat" cmpd="sng" algn="in">
          <a:solidFill>
            <a:schemeClr val="phClr"/>
          </a:solidFill>
          <a:prstDash val="solid"/>
        </a:ln>
        <a:ln w="12700" cap="flat" cmpd="sng" algn="in">
          <a:solidFill>
            <a:schemeClr val="phClr"/>
          </a:solidFill>
          <a:prstDash val="solid"/>
        </a:ln>
        <a:ln w="19050" cap="flat" cmpd="sng" algn="in">
          <a:solidFill>
            <a:schemeClr val="phClr">
              <a:satMod val="150000"/>
            </a:schemeClr>
          </a:solidFill>
          <a:prstDash val="solid"/>
        </a:ln>
      </a:lnStyleLst>
      <a:effectStyleLst>
        <a:effectStyle>
          <a:effectLst/>
        </a:effectStyle>
        <a:effectStyle>
          <a:effectLst/>
        </a:effectStyle>
        <a:effectStyle>
          <a:effectLst>
            <a:innerShdw blurRad="88900" dist="25400" dir="10800000">
              <a:srgbClr val="000000">
                <a:alpha val="25000"/>
              </a:srgbClr>
            </a:innerShdw>
            <a:outerShdw blurRad="25400" dist="25400" dir="5400000" rotWithShape="0">
              <a:srgbClr val="FFFFFF">
                <a:alpha val="10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hade val="98000"/>
                <a:satMod val="150000"/>
                <a:lumMod val="102000"/>
              </a:schemeClr>
            </a:gs>
            <a:gs pos="50000">
              <a:schemeClr val="phClr">
                <a:tint val="98000"/>
                <a:shade val="90000"/>
                <a:satMod val="13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Headlines" id="{3841520A-25F2-4EB8-BE4C-611DB5ABEED9}" vid="{36CA9F4A-BB34-428E-BF18-E0AFB26A73AB}"/>
    </a:ext>
  </a:extLst>
</a:theme>
</file>

<file path=ppt/theme/theme2.xml><?xml version="1.0" encoding="utf-8"?>
<a:theme xmlns:a="http://schemas.openxmlformats.org/drawingml/2006/main" name="1_Headlines">
  <a:themeElements>
    <a:clrScheme name="Orange Red">
      <a:dk1>
        <a:sysClr val="windowText" lastClr="000000"/>
      </a:dk1>
      <a:lt1>
        <a:sysClr val="window" lastClr="FFFFFF"/>
      </a:lt1>
      <a:dk2>
        <a:srgbClr val="696464"/>
      </a:dk2>
      <a:lt2>
        <a:srgbClr val="E9E5DC"/>
      </a:lt2>
      <a:accent1>
        <a:srgbClr val="D34817"/>
      </a:accent1>
      <a:accent2>
        <a:srgbClr val="9B2D1F"/>
      </a:accent2>
      <a:accent3>
        <a:srgbClr val="A28E6A"/>
      </a:accent3>
      <a:accent4>
        <a:srgbClr val="956251"/>
      </a:accent4>
      <a:accent5>
        <a:srgbClr val="918485"/>
      </a:accent5>
      <a:accent6>
        <a:srgbClr val="855D5D"/>
      </a:accent6>
      <a:hlink>
        <a:srgbClr val="CC9900"/>
      </a:hlink>
      <a:folHlink>
        <a:srgbClr val="96A9A9"/>
      </a:folHlink>
    </a:clrScheme>
    <a:fontScheme name="Headlines">
      <a:majorFont>
        <a:latin typeface="Century Schoolbook" panose="02040604050505020304"/>
        <a:ea typeface=""/>
        <a:cs typeface=""/>
        <a:font script="Jpan" typeface="メイリオ"/>
        <a:font script="Hang" typeface="맑은 고딕"/>
        <a:font script="Hans" typeface="宋体"/>
        <a:font script="Hant" typeface="新細明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Corbel" panose="020B0503020204020204"/>
        <a:ea typeface=""/>
        <a:cs typeface=""/>
        <a:font script="Jpan" typeface="メイリオ"/>
        <a:font script="Hang" typeface="HY엽서L"/>
        <a:font script="Hans" typeface="华文楷体"/>
        <a:font script="Hant" typeface="新細明體"/>
        <a:font script="Arab" typeface="Tahoma"/>
        <a:font script="Hebr" typeface="Miriam"/>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Headlines">
      <a:fillStyleLst>
        <a:solidFill>
          <a:schemeClr val="phClr"/>
        </a:solidFill>
        <a:solidFill>
          <a:schemeClr val="phClr">
            <a:tint val="67000"/>
            <a:satMod val="105000"/>
          </a:schemeClr>
        </a:solidFill>
        <a:gradFill rotWithShape="1">
          <a:gsLst>
            <a:gs pos="0">
              <a:schemeClr val="phClr">
                <a:tint val="100000"/>
                <a:satMod val="103000"/>
                <a:lumMod val="102000"/>
              </a:schemeClr>
            </a:gs>
            <a:gs pos="50000">
              <a:schemeClr val="phClr">
                <a:shade val="100000"/>
                <a:satMod val="110000"/>
                <a:lumMod val="100000"/>
              </a:schemeClr>
            </a:gs>
            <a:gs pos="100000">
              <a:schemeClr val="phClr">
                <a:shade val="70000"/>
                <a:satMod val="120000"/>
                <a:lumMod val="99000"/>
              </a:schemeClr>
            </a:gs>
          </a:gsLst>
          <a:path path="circle">
            <a:fillToRect l="100000" t="100000" r="100000" b="100000"/>
          </a:path>
        </a:gradFill>
      </a:fillStyleLst>
      <a:lnStyleLst>
        <a:ln w="6350" cap="flat" cmpd="sng" algn="in">
          <a:solidFill>
            <a:schemeClr val="phClr"/>
          </a:solidFill>
          <a:prstDash val="solid"/>
        </a:ln>
        <a:ln w="12700" cap="flat" cmpd="sng" algn="in">
          <a:solidFill>
            <a:schemeClr val="phClr"/>
          </a:solidFill>
          <a:prstDash val="solid"/>
        </a:ln>
        <a:ln w="19050" cap="flat" cmpd="sng" algn="in">
          <a:solidFill>
            <a:schemeClr val="phClr">
              <a:satMod val="150000"/>
            </a:schemeClr>
          </a:solidFill>
          <a:prstDash val="solid"/>
        </a:ln>
      </a:lnStyleLst>
      <a:effectStyleLst>
        <a:effectStyle>
          <a:effectLst/>
        </a:effectStyle>
        <a:effectStyle>
          <a:effectLst/>
        </a:effectStyle>
        <a:effectStyle>
          <a:effectLst>
            <a:innerShdw blurRad="88900" dist="25400" dir="10800000">
              <a:srgbClr val="000000">
                <a:alpha val="25000"/>
              </a:srgbClr>
            </a:innerShdw>
            <a:outerShdw blurRad="25400" dist="25400" dir="5400000" rotWithShape="0">
              <a:srgbClr val="FFFFFF">
                <a:alpha val="10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hade val="98000"/>
                <a:satMod val="150000"/>
                <a:lumMod val="102000"/>
              </a:schemeClr>
            </a:gs>
            <a:gs pos="50000">
              <a:schemeClr val="phClr">
                <a:tint val="98000"/>
                <a:shade val="90000"/>
                <a:satMod val="13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Headlines" id="{3841520A-25F2-4EB8-BE4C-611DB5ABEED9}" vid="{0A845BBA-79DB-48B1-B20E-7DB1D9224837}"/>
    </a:ext>
  </a:extLst>
</a:theme>
</file>

<file path=ppt/theme/theme3.xml><?xml version="1.0" encoding="utf-8"?>
<a:theme xmlns:a="http://schemas.openxmlformats.org/drawingml/2006/main" name="USQ Corporate Theme">
  <a:themeElements>
    <a:clrScheme name="USQ Colour Palette">
      <a:dk1>
        <a:srgbClr val="000000"/>
      </a:dk1>
      <a:lt1>
        <a:srgbClr val="FFFFFF"/>
      </a:lt1>
      <a:dk2>
        <a:srgbClr val="44546A"/>
      </a:dk2>
      <a:lt2>
        <a:srgbClr val="E7E6E6"/>
      </a:lt2>
      <a:accent1>
        <a:srgbClr val="FDBA12"/>
      </a:accent1>
      <a:accent2>
        <a:srgbClr val="B63393"/>
      </a:accent2>
      <a:accent3>
        <a:srgbClr val="0090BA"/>
      </a:accent3>
      <a:accent4>
        <a:srgbClr val="E63E30"/>
      </a:accent4>
      <a:accent5>
        <a:srgbClr val="63A945"/>
      </a:accent5>
      <a:accent6>
        <a:srgbClr val="003D6E"/>
      </a:accent6>
      <a:hlink>
        <a:srgbClr val="0563C1"/>
      </a:hlink>
      <a:folHlink>
        <a:srgbClr val="0070C0"/>
      </a:folHlink>
    </a:clrScheme>
    <a:fontScheme name="USQ Font">
      <a:majorFont>
        <a:latin typeface="Verdana"/>
        <a:ea typeface=""/>
        <a:cs typeface=""/>
      </a:majorFont>
      <a:minorFont>
        <a:latin typeface="Verdana"/>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USQ_Powerpoint_Campaign_Template_1608" id="{F78DB81F-C816-4918-9279-736C8E4837AE}" vid="{1A60C3A3-A81E-4DDE-AF34-B4FC40809EAC}"/>
    </a:ext>
  </a:extLst>
</a:theme>
</file>

<file path=ppt/theme/theme4.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p:properties xmlns:p="http://schemas.microsoft.com/office/2006/metadata/properties" xmlns:xsi="http://www.w3.org/2001/XMLSchema-instance" xmlns:pc="http://schemas.microsoft.com/office/infopath/2007/PartnerControls">
  <documentManagement>
    <TaxCatchAll xmlns="bf36cd9b-d814-458f-833b-5168f0494990" xsi:nil="true"/>
    <lcf76f155ced4ddcb4097134ff3c332f xmlns="88424654-e3d7-41e6-b56b-30e9a9da64bd">
      <Terms xmlns="http://schemas.microsoft.com/office/infopath/2007/PartnerControls"/>
    </lcf76f155ced4ddcb4097134ff3c332f>
  </documentManagement>
</p:properties>
</file>

<file path=customXml/item2.xml><?xml version="1.0" encoding="utf-8"?>
<ct:contentTypeSchema xmlns:ct="http://schemas.microsoft.com/office/2006/metadata/contentType" xmlns:ma="http://schemas.microsoft.com/office/2006/metadata/properties/metaAttributes" ct:_="" ma:_="" ma:contentTypeName="Document" ma:contentTypeID="0x010100D763B95F92623546AE77EF6D06B271D8" ma:contentTypeVersion="17" ma:contentTypeDescription="Create a new document." ma:contentTypeScope="" ma:versionID="469de6f5529a9c815cf05b1ceed18ebe">
  <xsd:schema xmlns:xsd="http://www.w3.org/2001/XMLSchema" xmlns:xs="http://www.w3.org/2001/XMLSchema" xmlns:p="http://schemas.microsoft.com/office/2006/metadata/properties" xmlns:ns2="88424654-e3d7-41e6-b56b-30e9a9da64bd" xmlns:ns3="bf36cd9b-d814-458f-833b-5168f0494990" targetNamespace="http://schemas.microsoft.com/office/2006/metadata/properties" ma:root="true" ma:fieldsID="4d9171b0b02fecf7dd4848dcf9426429" ns2:_="" ns3:_="">
    <xsd:import namespace="88424654-e3d7-41e6-b56b-30e9a9da64bd"/>
    <xsd:import namespace="bf36cd9b-d814-458f-833b-5168f0494990"/>
    <xsd:element name="properties">
      <xsd:complexType>
        <xsd:sequence>
          <xsd:element name="documentManagement">
            <xsd:complexType>
              <xsd:all>
                <xsd:element ref="ns2:MediaServiceMetadata" minOccurs="0"/>
                <xsd:element ref="ns2:MediaServiceFastMetadata" minOccurs="0"/>
                <xsd:element ref="ns2:MediaServiceAutoKeyPoints" minOccurs="0"/>
                <xsd:element ref="ns2:MediaServiceKeyPoints" minOccurs="0"/>
                <xsd:element ref="ns2:MediaServiceOCR" minOccurs="0"/>
                <xsd:element ref="ns2:MediaServiceGenerationTime" minOccurs="0"/>
                <xsd:element ref="ns2:MediaServiceEventHashCode" minOccurs="0"/>
                <xsd:element ref="ns2:MediaServiceDateTaken" minOccurs="0"/>
                <xsd:element ref="ns2:MediaLengthInSeconds" minOccurs="0"/>
                <xsd:element ref="ns3:SharedWithUsers" minOccurs="0"/>
                <xsd:element ref="ns3:SharedWithDetails" minOccurs="0"/>
                <xsd:element ref="ns2:lcf76f155ced4ddcb4097134ff3c332f" minOccurs="0"/>
                <xsd:element ref="ns3:TaxCatchAll" minOccurs="0"/>
                <xsd:element ref="ns2:MediaServiceSearchProperties" minOccurs="0"/>
                <xsd:element ref="ns2:MediaServiceObjectDetectorVersion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88424654-e3d7-41e6-b56b-30e9a9da64bd"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AutoKeyPoints" ma:index="10" nillable="true" ma:displayName="MediaServiceAutoKeyPoints" ma:hidden="true" ma:internalName="MediaServiceAutoKeyPoints" ma:readOnly="true">
      <xsd:simpleType>
        <xsd:restriction base="dms:Note"/>
      </xsd:simpleType>
    </xsd:element>
    <xsd:element name="MediaServiceKeyPoints" ma:index="11" nillable="true" ma:displayName="KeyPoints" ma:internalName="MediaServiceKeyPoints" ma:readOnly="true">
      <xsd:simpleType>
        <xsd:restriction base="dms:Note">
          <xsd:maxLength value="255"/>
        </xsd:restriction>
      </xsd:simpleType>
    </xsd:element>
    <xsd:element name="MediaServiceOCR" ma:index="12" nillable="true" ma:displayName="Extracted Text" ma:internalName="MediaServiceOCR" ma:readOnly="true">
      <xsd:simpleType>
        <xsd:restriction base="dms:Note">
          <xsd:maxLength value="255"/>
        </xsd:restriction>
      </xsd:simpleType>
    </xsd:element>
    <xsd:element name="MediaServiceGenerationTime" ma:index="13" nillable="true" ma:displayName="MediaServiceGenerationTime" ma:hidden="true" ma:internalName="MediaServiceGenerationTime" ma:readOnly="true">
      <xsd:simpleType>
        <xsd:restriction base="dms:Text"/>
      </xsd:simpleType>
    </xsd:element>
    <xsd:element name="MediaServiceEventHashCode" ma:index="14" nillable="true" ma:displayName="MediaServiceEventHashCode" ma:hidden="true" ma:internalName="MediaServiceEventHashCode" ma:readOnly="true">
      <xsd:simpleType>
        <xsd:restriction base="dms:Text"/>
      </xsd:simpleType>
    </xsd:element>
    <xsd:element name="MediaServiceDateTaken" ma:index="15" nillable="true" ma:displayName="MediaServiceDateTaken" ma:hidden="true" ma:internalName="MediaServiceDateTaken" ma:readOnly="true">
      <xsd:simpleType>
        <xsd:restriction base="dms:Text"/>
      </xsd:simpleType>
    </xsd:element>
    <xsd:element name="MediaLengthInSeconds" ma:index="16" nillable="true" ma:displayName="MediaLengthInSeconds" ma:hidden="true" ma:internalName="MediaLengthInSeconds" ma:readOnly="true">
      <xsd:simpleType>
        <xsd:restriction base="dms:Unknown"/>
      </xsd:simpleType>
    </xsd:element>
    <xsd:element name="lcf76f155ced4ddcb4097134ff3c332f" ma:index="20" nillable="true" ma:taxonomy="true" ma:internalName="lcf76f155ced4ddcb4097134ff3c332f" ma:taxonomyFieldName="MediaServiceImageTags" ma:displayName="Image Tags" ma:readOnly="false" ma:fieldId="{5cf76f15-5ced-4ddc-b409-7134ff3c332f}" ma:taxonomyMulti="true" ma:sspId="9be28029-102c-4ab0-a6bc-168c843f2380" ma:termSetId="09814cd3-568e-fe90-9814-8d621ff8fb84" ma:anchorId="fba54fb3-c3e1-fe81-a776-ca4b69148c4d" ma:open="true" ma:isKeyword="false">
      <xsd:complexType>
        <xsd:sequence>
          <xsd:element ref="pc:Terms" minOccurs="0" maxOccurs="1"/>
        </xsd:sequence>
      </xsd:complexType>
    </xsd:element>
    <xsd:element name="MediaServiceSearchProperties" ma:index="22" nillable="true" ma:displayName="MediaServiceSearchProperties" ma:hidden="true" ma:internalName="MediaServiceSearchProperties" ma:readOnly="true">
      <xsd:simpleType>
        <xsd:restriction base="dms:Note"/>
      </xsd:simpleType>
    </xsd:element>
    <xsd:element name="MediaServiceObjectDetectorVersions" ma:index="23" nillable="true" ma:displayName="MediaServiceObjectDetectorVersions" ma:hidden="true" ma:indexed="true" ma:internalName="MediaServiceObjectDetectorVersions" ma:readOnly="true">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bf36cd9b-d814-458f-833b-5168f0494990" elementFormDefault="qualified">
    <xsd:import namespace="http://schemas.microsoft.com/office/2006/documentManagement/types"/>
    <xsd:import namespace="http://schemas.microsoft.com/office/infopath/2007/PartnerControls"/>
    <xsd:element name="SharedWithUsers" ma:index="17"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8" nillable="true" ma:displayName="Shared With Details" ma:internalName="SharedWithDetails" ma:readOnly="true">
      <xsd:simpleType>
        <xsd:restriction base="dms:Note">
          <xsd:maxLength value="255"/>
        </xsd:restriction>
      </xsd:simpleType>
    </xsd:element>
    <xsd:element name="TaxCatchAll" ma:index="21" nillable="true" ma:displayName="Taxonomy Catch All Column" ma:hidden="true" ma:list="{39829cbb-4b66-42b9-98f1-071e930c3924}" ma:internalName="TaxCatchAll" ma:showField="CatchAllData" ma:web="bf36cd9b-d814-458f-833b-5168f0494990">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3.xml><?xml version="1.0" encoding="utf-8"?>
<?mso-contentType ?>
<FormTemplates xmlns="http://schemas.microsoft.com/sharepoint/v3/contenttype/forms">
  <Display>DocumentLibraryForm</Display>
  <Edit>DocumentLibraryForm</Edit>
  <New>DocumentLibraryForm</New>
</FormTemplates>
</file>

<file path=customXml/itemProps1.xml><?xml version="1.0" encoding="utf-8"?>
<ds:datastoreItem xmlns:ds="http://schemas.openxmlformats.org/officeDocument/2006/customXml" ds:itemID="{FBF2EBE2-E526-40A8-B1C3-23E9000471B5}">
  <ds:schemaRefs>
    <ds:schemaRef ds:uri="http://schemas.microsoft.com/office/2006/metadata/properties"/>
    <ds:schemaRef ds:uri="http://schemas.microsoft.com/office/infopath/2007/PartnerControls"/>
    <ds:schemaRef ds:uri="bf36cd9b-d814-458f-833b-5168f0494990"/>
    <ds:schemaRef ds:uri="88424654-e3d7-41e6-b56b-30e9a9da64bd"/>
  </ds:schemaRefs>
</ds:datastoreItem>
</file>

<file path=customXml/itemProps2.xml><?xml version="1.0" encoding="utf-8"?>
<ds:datastoreItem xmlns:ds="http://schemas.openxmlformats.org/officeDocument/2006/customXml" ds:itemID="{7CE5225B-CCEA-4838-86F4-090614CF5EED}"/>
</file>

<file path=customXml/itemProps3.xml><?xml version="1.0" encoding="utf-8"?>
<ds:datastoreItem xmlns:ds="http://schemas.openxmlformats.org/officeDocument/2006/customXml" ds:itemID="{11A3118E-8983-45DA-BE36-56C39A68A687}">
  <ds:schemaRefs>
    <ds:schemaRef ds:uri="http://schemas.microsoft.com/sharepoint/v3/contenttype/forms"/>
  </ds:schemaRefs>
</ds:datastoreItem>
</file>

<file path=docMetadata/LabelInfo.xml><?xml version="1.0" encoding="utf-8"?>
<clbl:labelList xmlns:clbl="http://schemas.microsoft.com/office/2020/mipLabelMetadata">
  <clbl:label id="{378620f7-aa4a-40ac-902a-2ef913d8ed69}" enabled="0" method="" siteId="{378620f7-aa4a-40ac-902a-2ef913d8ed69}" removed="1"/>
  <clbl:label id="{ee462fa7-1598-4df7-a30c-def9902c6eed}" enabled="1" method="Standard" siteId="{ed7540ba-678f-4e84-badf-535778e53183}" removed="0"/>
</clbl:labelList>
</file>

<file path=docProps/app.xml><?xml version="1.0" encoding="utf-8"?>
<Properties xmlns="http://schemas.openxmlformats.org/officeDocument/2006/extended-properties" xmlns:vt="http://schemas.openxmlformats.org/officeDocument/2006/docPropsVTypes">
  <TotalTime>32781</TotalTime>
  <Words>1916</Words>
  <Application>Microsoft Office PowerPoint</Application>
  <PresentationFormat>Widescreen</PresentationFormat>
  <Paragraphs>238</Paragraphs>
  <Slides>34</Slides>
  <Notes>20</Notes>
  <HiddenSlides>0</HiddenSlides>
  <MMClips>5</MMClips>
  <ScaleCrop>false</ScaleCrop>
  <HeadingPairs>
    <vt:vector size="4" baseType="variant">
      <vt:variant>
        <vt:lpstr>Theme</vt:lpstr>
      </vt:variant>
      <vt:variant>
        <vt:i4>3</vt:i4>
      </vt:variant>
      <vt:variant>
        <vt:lpstr>Slide Titles</vt:lpstr>
      </vt:variant>
      <vt:variant>
        <vt:i4>34</vt:i4>
      </vt:variant>
    </vt:vector>
  </HeadingPairs>
  <TitlesOfParts>
    <vt:vector size="37" baseType="lpstr">
      <vt:lpstr>Headlines</vt:lpstr>
      <vt:lpstr>1_Headlines</vt:lpstr>
      <vt:lpstr>USQ Corporate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Mount Alvernia College</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Veronika Blaszczynski</dc:creator>
  <cp:lastModifiedBy>Helen Ison</cp:lastModifiedBy>
  <cp:revision>155</cp:revision>
  <dcterms:created xsi:type="dcterms:W3CDTF">2020-02-04T01:40:08Z</dcterms:created>
  <dcterms:modified xsi:type="dcterms:W3CDTF">2025-11-12T23:54:49Z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0x010100D763B95F92623546AE77EF6D06B271D8</vt:lpwstr>
  </property>
  <property fmtid="{D5CDD505-2E9C-101B-9397-08002B2CF9AE}" pid="3" name="MediaServiceImageTags">
    <vt:lpwstr/>
  </property>
</Properties>
</file>